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80" r:id="rId1"/>
  </p:sldMasterIdLst>
  <p:notesMasterIdLst>
    <p:notesMasterId r:id="rId32"/>
  </p:notesMasterIdLst>
  <p:sldIdLst>
    <p:sldId id="256" r:id="rId2"/>
    <p:sldId id="257" r:id="rId3"/>
    <p:sldId id="261" r:id="rId4"/>
    <p:sldId id="337" r:id="rId5"/>
    <p:sldId id="312" r:id="rId6"/>
    <p:sldId id="313" r:id="rId7"/>
    <p:sldId id="338" r:id="rId8"/>
    <p:sldId id="309" r:id="rId9"/>
    <p:sldId id="310" r:id="rId10"/>
    <p:sldId id="311" r:id="rId11"/>
    <p:sldId id="314" r:id="rId12"/>
    <p:sldId id="315" r:id="rId13"/>
    <p:sldId id="316" r:id="rId14"/>
    <p:sldId id="318" r:id="rId15"/>
    <p:sldId id="319" r:id="rId16"/>
    <p:sldId id="320" r:id="rId17"/>
    <p:sldId id="321" r:id="rId18"/>
    <p:sldId id="322" r:id="rId19"/>
    <p:sldId id="323" r:id="rId20"/>
    <p:sldId id="324" r:id="rId21"/>
    <p:sldId id="325" r:id="rId22"/>
    <p:sldId id="326" r:id="rId23"/>
    <p:sldId id="328" r:id="rId24"/>
    <p:sldId id="329" r:id="rId25"/>
    <p:sldId id="330" r:id="rId26"/>
    <p:sldId id="332" r:id="rId27"/>
    <p:sldId id="334" r:id="rId28"/>
    <p:sldId id="333" r:id="rId29"/>
    <p:sldId id="335" r:id="rId30"/>
    <p:sldId id="336" r:id="rId31"/>
  </p:sldIdLst>
  <p:sldSz cx="9144000" cy="5143500" type="screen16x9"/>
  <p:notesSz cx="6858000" cy="9144000"/>
  <p:embeddedFontLst>
    <p:embeddedFont>
      <p:font typeface="IBM Plex Mono" panose="020B0509050203000203" pitchFamily="49" charset="0"/>
      <p:regular r:id="rId33"/>
      <p:bold r:id="rId34"/>
      <p:italic r:id="rId35"/>
      <p:boldItalic r:id="rId36"/>
    </p:embeddedFont>
    <p:embeddedFont>
      <p:font typeface="IBM Plex Mono Medium" panose="020B0609050203000203" pitchFamily="49" charset="0"/>
      <p:regular r:id="rId37"/>
      <p:bold r:id="rId38"/>
      <p:italic r:id="rId39"/>
      <p:boldItalic r:id="rId40"/>
    </p:embeddedFont>
    <p:embeddedFont>
      <p:font typeface="Open Sans" panose="020B0606030504020204" pitchFamily="34" charset="0"/>
      <p:regular r:id="rId41"/>
      <p:bold r:id="rId42"/>
      <p:italic r:id="rId43"/>
      <p:boldItalic r:id="rId44"/>
    </p:embeddedFont>
    <p:embeddedFont>
      <p:font typeface="Poppins" panose="00000500000000000000" pitchFamily="2" charset="0"/>
      <p:regular r:id="rId45"/>
      <p:bold r:id="rId46"/>
      <p:italic r:id="rId47"/>
      <p:boldItalic r:id="rId48"/>
    </p:embeddedFont>
    <p:embeddedFont>
      <p:font typeface="Roboto Condensed Light" panose="02000000000000000000" pitchFamily="2" charset="0"/>
      <p:regular r:id="rId49"/>
      <p:italic r:id="rId5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3ADA68B-9DE3-4D22-A44F-E6205B1A7E7C}">
  <a:tblStyle styleId="{D3ADA68B-9DE3-4D22-A44F-E6205B1A7E7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60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47" Type="http://schemas.openxmlformats.org/officeDocument/2006/relationships/font" Target="fonts/font15.fntdata"/><Relationship Id="rId50" Type="http://schemas.openxmlformats.org/officeDocument/2006/relationships/font" Target="fonts/font18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font" Target="fonts/font13.fntdata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2.fntdata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font" Target="fonts/font11.fntdata"/><Relationship Id="rId48" Type="http://schemas.openxmlformats.org/officeDocument/2006/relationships/font" Target="fonts/font16.fntdata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font" Target="fonts/font14.fntdata"/><Relationship Id="rId20" Type="http://schemas.openxmlformats.org/officeDocument/2006/relationships/slide" Target="slides/slide19.xml"/><Relationship Id="rId41" Type="http://schemas.openxmlformats.org/officeDocument/2006/relationships/font" Target="fonts/font9.fntdata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49" Type="http://schemas.openxmlformats.org/officeDocument/2006/relationships/font" Target="fonts/font17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C13F32C-AB13-4B93-A03C-E5F6FC22F116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E959F38-0E10-43E1-BA50-260126B28BE7}">
      <dgm:prSet phldrT="[Text]" phldr="0"/>
      <dgm:spPr/>
      <dgm:t>
        <a:bodyPr/>
        <a:lstStyle/>
        <a:p>
          <a:r>
            <a:rPr lang="en-US" dirty="0"/>
            <a:t>Define Grid</a:t>
          </a:r>
        </a:p>
      </dgm:t>
    </dgm:pt>
    <dgm:pt modelId="{F5F53513-9B43-4E46-861E-276088CA6DFF}" type="parTrans" cxnId="{DC7F154D-7FC3-45AE-B8E1-640E17CD148E}">
      <dgm:prSet/>
      <dgm:spPr/>
      <dgm:t>
        <a:bodyPr/>
        <a:lstStyle/>
        <a:p>
          <a:endParaRPr lang="en-US"/>
        </a:p>
      </dgm:t>
    </dgm:pt>
    <dgm:pt modelId="{93D1FEEB-13E6-4129-960F-740234B77F3B}" type="sibTrans" cxnId="{DC7F154D-7FC3-45AE-B8E1-640E17CD148E}">
      <dgm:prSet/>
      <dgm:spPr/>
      <dgm:t>
        <a:bodyPr/>
        <a:lstStyle/>
        <a:p>
          <a:endParaRPr lang="en-US"/>
        </a:p>
      </dgm:t>
    </dgm:pt>
    <dgm:pt modelId="{CB5F40BE-6191-4759-B090-585E5768A93E}">
      <dgm:prSet phldrT="[Text]" phldr="0"/>
      <dgm:spPr/>
      <dgm:t>
        <a:bodyPr/>
        <a:lstStyle/>
        <a:p>
          <a:r>
            <a:rPr lang="en-US" dirty="0"/>
            <a:t>Generate URL</a:t>
          </a:r>
        </a:p>
      </dgm:t>
    </dgm:pt>
    <dgm:pt modelId="{52C66C9A-0453-43CD-80BF-439EF2DF715B}" type="parTrans" cxnId="{6CB38B20-25EE-4B65-AEB5-B7051EF9FCF9}">
      <dgm:prSet/>
      <dgm:spPr/>
      <dgm:t>
        <a:bodyPr/>
        <a:lstStyle/>
        <a:p>
          <a:endParaRPr lang="en-US"/>
        </a:p>
      </dgm:t>
    </dgm:pt>
    <dgm:pt modelId="{CABBBEB8-E562-48CF-8584-463A62DEC3A8}" type="sibTrans" cxnId="{6CB38B20-25EE-4B65-AEB5-B7051EF9FCF9}">
      <dgm:prSet/>
      <dgm:spPr/>
      <dgm:t>
        <a:bodyPr/>
        <a:lstStyle/>
        <a:p>
          <a:endParaRPr lang="en-US"/>
        </a:p>
      </dgm:t>
    </dgm:pt>
    <dgm:pt modelId="{EFB4F154-3015-45D1-9223-9078B82E0C1F}">
      <dgm:prSet phldrT="[Text]" phldr="0"/>
      <dgm:spPr/>
      <dgm:t>
        <a:bodyPr/>
        <a:lstStyle/>
        <a:p>
          <a:r>
            <a:rPr lang="en-US" dirty="0"/>
            <a:t>Fetch URL</a:t>
          </a:r>
        </a:p>
      </dgm:t>
    </dgm:pt>
    <dgm:pt modelId="{CDC18EFF-48A6-4CEB-8663-D7A578A522A3}" type="parTrans" cxnId="{2186385E-8418-4F00-BBF8-DA4ECC9200E2}">
      <dgm:prSet/>
      <dgm:spPr/>
      <dgm:t>
        <a:bodyPr/>
        <a:lstStyle/>
        <a:p>
          <a:endParaRPr lang="en-US"/>
        </a:p>
      </dgm:t>
    </dgm:pt>
    <dgm:pt modelId="{CC93C3E2-F372-4963-8851-9A7C01B14431}" type="sibTrans" cxnId="{2186385E-8418-4F00-BBF8-DA4ECC9200E2}">
      <dgm:prSet/>
      <dgm:spPr/>
      <dgm:t>
        <a:bodyPr/>
        <a:lstStyle/>
        <a:p>
          <a:endParaRPr lang="en-US"/>
        </a:p>
      </dgm:t>
    </dgm:pt>
    <dgm:pt modelId="{CEDBDAF8-34D4-44AD-93D7-B99500CB12B1}">
      <dgm:prSet phldrT="[Text]" phldr="0"/>
      <dgm:spPr/>
      <dgm:t>
        <a:bodyPr/>
        <a:lstStyle/>
        <a:p>
          <a:r>
            <a:rPr lang="en-US"/>
            <a:t>Count Listings</a:t>
          </a:r>
          <a:endParaRPr lang="en-US" dirty="0"/>
        </a:p>
      </dgm:t>
    </dgm:pt>
    <dgm:pt modelId="{C78720DA-32E3-4857-B4AE-0253964B9F30}" type="parTrans" cxnId="{B1262CB8-858F-405B-ABE4-30BB3863DAAA}">
      <dgm:prSet/>
      <dgm:spPr/>
      <dgm:t>
        <a:bodyPr/>
        <a:lstStyle/>
        <a:p>
          <a:endParaRPr lang="en-US"/>
        </a:p>
      </dgm:t>
    </dgm:pt>
    <dgm:pt modelId="{C33C91E0-48E0-4C5B-B4CA-15A07CED0CB1}" type="sibTrans" cxnId="{B1262CB8-858F-405B-ABE4-30BB3863DAAA}">
      <dgm:prSet/>
      <dgm:spPr/>
      <dgm:t>
        <a:bodyPr/>
        <a:lstStyle/>
        <a:p>
          <a:endParaRPr lang="en-US"/>
        </a:p>
      </dgm:t>
    </dgm:pt>
    <dgm:pt modelId="{831FAFF1-439A-471D-B4AE-74CCB4098C2E}">
      <dgm:prSet phldrT="[Text]" phldr="0"/>
      <dgm:spPr/>
      <dgm:t>
        <a:bodyPr/>
        <a:lstStyle/>
        <a:p>
          <a:r>
            <a:rPr lang="en-US"/>
            <a:t>If &gt;270 </a:t>
          </a:r>
          <a:endParaRPr lang="en-US" dirty="0"/>
        </a:p>
      </dgm:t>
    </dgm:pt>
    <dgm:pt modelId="{CBDEDB5C-C687-4B01-876F-B9701E24D1CF}" type="parTrans" cxnId="{476233BD-D3EB-4CB0-A7CC-A379100B5E7B}">
      <dgm:prSet/>
      <dgm:spPr/>
      <dgm:t>
        <a:bodyPr/>
        <a:lstStyle/>
        <a:p>
          <a:endParaRPr lang="en-US"/>
        </a:p>
      </dgm:t>
    </dgm:pt>
    <dgm:pt modelId="{7CC4A705-E23F-4C87-8521-27483A059186}" type="sibTrans" cxnId="{476233BD-D3EB-4CB0-A7CC-A379100B5E7B}">
      <dgm:prSet/>
      <dgm:spPr/>
      <dgm:t>
        <a:bodyPr/>
        <a:lstStyle/>
        <a:p>
          <a:endParaRPr lang="en-US"/>
        </a:p>
      </dgm:t>
    </dgm:pt>
    <dgm:pt modelId="{B06C9787-ED99-4EFF-BE33-7AF2CC89CD94}">
      <dgm:prSet phldrT="[Text]" phldr="0"/>
      <dgm:spPr/>
      <dgm:t>
        <a:bodyPr/>
        <a:lstStyle/>
        <a:p>
          <a:r>
            <a:rPr lang="en-US"/>
            <a:t>Subdivide</a:t>
          </a:r>
          <a:endParaRPr lang="en-US" dirty="0"/>
        </a:p>
      </dgm:t>
    </dgm:pt>
    <dgm:pt modelId="{FE347425-9905-4ABC-8FBB-B3586F7B6C97}" type="parTrans" cxnId="{9A8084C5-5CFC-44B4-A6FF-1135B4F7B40D}">
      <dgm:prSet/>
      <dgm:spPr/>
      <dgm:t>
        <a:bodyPr/>
        <a:lstStyle/>
        <a:p>
          <a:endParaRPr lang="en-US"/>
        </a:p>
      </dgm:t>
    </dgm:pt>
    <dgm:pt modelId="{B29DE85A-1C04-4D11-A9D2-DC5F36BC60EF}" type="sibTrans" cxnId="{9A8084C5-5CFC-44B4-A6FF-1135B4F7B40D}">
      <dgm:prSet/>
      <dgm:spPr/>
      <dgm:t>
        <a:bodyPr/>
        <a:lstStyle/>
        <a:p>
          <a:endParaRPr lang="en-US"/>
        </a:p>
      </dgm:t>
    </dgm:pt>
    <dgm:pt modelId="{28937740-D202-42A0-98D2-A1B23E8F14AE}">
      <dgm:prSet phldrT="[Text]" phldr="0"/>
      <dgm:spPr/>
      <dgm:t>
        <a:bodyPr/>
        <a:lstStyle/>
        <a:p>
          <a:r>
            <a:rPr lang="en-US"/>
            <a:t>Else</a:t>
          </a:r>
          <a:endParaRPr lang="en-US" dirty="0"/>
        </a:p>
      </dgm:t>
    </dgm:pt>
    <dgm:pt modelId="{46883B6A-3B08-4C17-9B00-8E38889BFC4E}" type="parTrans" cxnId="{D110C912-7CE6-44AF-9F0A-C16A4D95600A}">
      <dgm:prSet/>
      <dgm:spPr/>
      <dgm:t>
        <a:bodyPr/>
        <a:lstStyle/>
        <a:p>
          <a:endParaRPr lang="en-US"/>
        </a:p>
      </dgm:t>
    </dgm:pt>
    <dgm:pt modelId="{B4B08811-ABE4-4399-925C-0A0BED0DC0EC}" type="sibTrans" cxnId="{D110C912-7CE6-44AF-9F0A-C16A4D95600A}">
      <dgm:prSet/>
      <dgm:spPr/>
      <dgm:t>
        <a:bodyPr/>
        <a:lstStyle/>
        <a:p>
          <a:endParaRPr lang="en-US"/>
        </a:p>
      </dgm:t>
    </dgm:pt>
    <dgm:pt modelId="{B4F5D5BB-F33A-44CC-9041-C71E5375EE32}">
      <dgm:prSet phldrT="[Text]" phldr="0"/>
      <dgm:spPr/>
      <dgm:t>
        <a:bodyPr/>
        <a:lstStyle/>
        <a:p>
          <a:r>
            <a:rPr lang="en-US"/>
            <a:t>Extract Listings</a:t>
          </a:r>
          <a:endParaRPr lang="en-US" dirty="0"/>
        </a:p>
      </dgm:t>
    </dgm:pt>
    <dgm:pt modelId="{ABE75C8D-3E18-4AC0-863D-86124024A851}" type="parTrans" cxnId="{B7A9F31C-91E1-4413-90E0-15D3A05704B3}">
      <dgm:prSet/>
      <dgm:spPr/>
      <dgm:t>
        <a:bodyPr/>
        <a:lstStyle/>
        <a:p>
          <a:endParaRPr lang="en-US"/>
        </a:p>
      </dgm:t>
    </dgm:pt>
    <dgm:pt modelId="{DB95F79F-AA52-4785-AF6D-B16B058F4BA2}" type="sibTrans" cxnId="{B7A9F31C-91E1-4413-90E0-15D3A05704B3}">
      <dgm:prSet/>
      <dgm:spPr/>
      <dgm:t>
        <a:bodyPr/>
        <a:lstStyle/>
        <a:p>
          <a:endParaRPr lang="en-US"/>
        </a:p>
      </dgm:t>
    </dgm:pt>
    <dgm:pt modelId="{05BA4247-F5C8-4A8E-BF92-445515C25AA3}" type="pres">
      <dgm:prSet presAssocID="{5C13F32C-AB13-4B93-A03C-E5F6FC22F116}" presName="Name0" presStyleCnt="0">
        <dgm:presLayoutVars>
          <dgm:dir/>
          <dgm:animLvl val="lvl"/>
          <dgm:resizeHandles val="exact"/>
        </dgm:presLayoutVars>
      </dgm:prSet>
      <dgm:spPr/>
    </dgm:pt>
    <dgm:pt modelId="{66A25799-27A5-4C64-991B-65AEE87C9260}" type="pres">
      <dgm:prSet presAssocID="{CE959F38-0E10-43E1-BA50-260126B28BE7}" presName="parTxOnly" presStyleLbl="node1" presStyleIdx="0" presStyleCnt="8">
        <dgm:presLayoutVars>
          <dgm:chMax val="0"/>
          <dgm:chPref val="0"/>
          <dgm:bulletEnabled val="1"/>
        </dgm:presLayoutVars>
      </dgm:prSet>
      <dgm:spPr/>
    </dgm:pt>
    <dgm:pt modelId="{77E938BA-C908-4D39-911C-EB76128717EF}" type="pres">
      <dgm:prSet presAssocID="{93D1FEEB-13E6-4129-960F-740234B77F3B}" presName="parTxOnlySpace" presStyleCnt="0"/>
      <dgm:spPr/>
    </dgm:pt>
    <dgm:pt modelId="{E3BE3BEA-0C51-4CF9-BF94-DCA0FACA09D8}" type="pres">
      <dgm:prSet presAssocID="{CB5F40BE-6191-4759-B090-585E5768A93E}" presName="parTxOnly" presStyleLbl="node1" presStyleIdx="1" presStyleCnt="8">
        <dgm:presLayoutVars>
          <dgm:chMax val="0"/>
          <dgm:chPref val="0"/>
          <dgm:bulletEnabled val="1"/>
        </dgm:presLayoutVars>
      </dgm:prSet>
      <dgm:spPr/>
    </dgm:pt>
    <dgm:pt modelId="{0CCD16CE-F9AC-49D1-8797-C58D75CF173B}" type="pres">
      <dgm:prSet presAssocID="{CABBBEB8-E562-48CF-8584-463A62DEC3A8}" presName="parTxOnlySpace" presStyleCnt="0"/>
      <dgm:spPr/>
    </dgm:pt>
    <dgm:pt modelId="{0CF7E5F7-89D6-4A6F-AC12-10DD01012926}" type="pres">
      <dgm:prSet presAssocID="{EFB4F154-3015-45D1-9223-9078B82E0C1F}" presName="parTxOnly" presStyleLbl="node1" presStyleIdx="2" presStyleCnt="8">
        <dgm:presLayoutVars>
          <dgm:chMax val="0"/>
          <dgm:chPref val="0"/>
          <dgm:bulletEnabled val="1"/>
        </dgm:presLayoutVars>
      </dgm:prSet>
      <dgm:spPr/>
    </dgm:pt>
    <dgm:pt modelId="{42B091E0-E3A3-49A2-A406-314563B23870}" type="pres">
      <dgm:prSet presAssocID="{CC93C3E2-F372-4963-8851-9A7C01B14431}" presName="parTxOnlySpace" presStyleCnt="0"/>
      <dgm:spPr/>
    </dgm:pt>
    <dgm:pt modelId="{DB1FE6F0-BB44-4ACF-8A66-B2BEDCC5EF00}" type="pres">
      <dgm:prSet presAssocID="{CEDBDAF8-34D4-44AD-93D7-B99500CB12B1}" presName="parTxOnly" presStyleLbl="node1" presStyleIdx="3" presStyleCnt="8">
        <dgm:presLayoutVars>
          <dgm:chMax val="0"/>
          <dgm:chPref val="0"/>
          <dgm:bulletEnabled val="1"/>
        </dgm:presLayoutVars>
      </dgm:prSet>
      <dgm:spPr/>
    </dgm:pt>
    <dgm:pt modelId="{9E9D2173-05FD-493E-86CC-3B9F5537068F}" type="pres">
      <dgm:prSet presAssocID="{C33C91E0-48E0-4C5B-B4CA-15A07CED0CB1}" presName="parTxOnlySpace" presStyleCnt="0"/>
      <dgm:spPr/>
    </dgm:pt>
    <dgm:pt modelId="{D70EB85E-3202-4885-BC78-6CED1EB54FD8}" type="pres">
      <dgm:prSet presAssocID="{831FAFF1-439A-471D-B4AE-74CCB4098C2E}" presName="parTxOnly" presStyleLbl="node1" presStyleIdx="4" presStyleCnt="8">
        <dgm:presLayoutVars>
          <dgm:chMax val="0"/>
          <dgm:chPref val="0"/>
          <dgm:bulletEnabled val="1"/>
        </dgm:presLayoutVars>
      </dgm:prSet>
      <dgm:spPr/>
    </dgm:pt>
    <dgm:pt modelId="{8C702112-7410-41C0-AD15-573916A4B658}" type="pres">
      <dgm:prSet presAssocID="{7CC4A705-E23F-4C87-8521-27483A059186}" presName="parTxOnlySpace" presStyleCnt="0"/>
      <dgm:spPr/>
    </dgm:pt>
    <dgm:pt modelId="{DBF1F5A2-8B0B-47E9-B9C9-4D7FC9DDB5F5}" type="pres">
      <dgm:prSet presAssocID="{B06C9787-ED99-4EFF-BE33-7AF2CC89CD94}" presName="parTxOnly" presStyleLbl="node1" presStyleIdx="5" presStyleCnt="8" custLinFactNeighborX="-16594" custLinFactNeighborY="-89192">
        <dgm:presLayoutVars>
          <dgm:chMax val="0"/>
          <dgm:chPref val="0"/>
          <dgm:bulletEnabled val="1"/>
        </dgm:presLayoutVars>
      </dgm:prSet>
      <dgm:spPr/>
    </dgm:pt>
    <dgm:pt modelId="{BB4B9B26-9540-431D-A611-AD7394E57623}" type="pres">
      <dgm:prSet presAssocID="{B29DE85A-1C04-4D11-A9D2-DC5F36BC60EF}" presName="parTxOnlySpace" presStyleCnt="0"/>
      <dgm:spPr/>
    </dgm:pt>
    <dgm:pt modelId="{4F07E84E-FC64-4BC6-80C1-C71BFCABD457}" type="pres">
      <dgm:prSet presAssocID="{28937740-D202-42A0-98D2-A1B23E8F14AE}" presName="parTxOnly" presStyleLbl="node1" presStyleIdx="6" presStyleCnt="8" custLinFactX="-78777" custLinFactNeighborX="-100000" custLinFactNeighborY="94540">
        <dgm:presLayoutVars>
          <dgm:chMax val="0"/>
          <dgm:chPref val="0"/>
          <dgm:bulletEnabled val="1"/>
        </dgm:presLayoutVars>
      </dgm:prSet>
      <dgm:spPr/>
    </dgm:pt>
    <dgm:pt modelId="{3A28D5A1-50CA-4392-9AAA-C2BA259AA3D8}" type="pres">
      <dgm:prSet presAssocID="{B4B08811-ABE4-4399-925C-0A0BED0DC0EC}" presName="parTxOnlySpace" presStyleCnt="0"/>
      <dgm:spPr/>
    </dgm:pt>
    <dgm:pt modelId="{D8B5878B-4350-4326-9BDF-E6214536F512}" type="pres">
      <dgm:prSet presAssocID="{B4F5D5BB-F33A-44CC-9041-C71E5375EE32}" presName="parTxOnly" presStyleLbl="node1" presStyleIdx="7" presStyleCnt="8" custLinFactX="-86244" custLinFactNeighborX="-100000" custLinFactNeighborY="94540">
        <dgm:presLayoutVars>
          <dgm:chMax val="0"/>
          <dgm:chPref val="0"/>
          <dgm:bulletEnabled val="1"/>
        </dgm:presLayoutVars>
      </dgm:prSet>
      <dgm:spPr/>
    </dgm:pt>
  </dgm:ptLst>
  <dgm:cxnLst>
    <dgm:cxn modelId="{D110C912-7CE6-44AF-9F0A-C16A4D95600A}" srcId="{5C13F32C-AB13-4B93-A03C-E5F6FC22F116}" destId="{28937740-D202-42A0-98D2-A1B23E8F14AE}" srcOrd="6" destOrd="0" parTransId="{46883B6A-3B08-4C17-9B00-8E38889BFC4E}" sibTransId="{B4B08811-ABE4-4399-925C-0A0BED0DC0EC}"/>
    <dgm:cxn modelId="{4AFC3F18-3517-42F0-B67B-47FB30B5432A}" type="presOf" srcId="{5C13F32C-AB13-4B93-A03C-E5F6FC22F116}" destId="{05BA4247-F5C8-4A8E-BF92-445515C25AA3}" srcOrd="0" destOrd="0" presId="urn:microsoft.com/office/officeart/2005/8/layout/chevron1"/>
    <dgm:cxn modelId="{2186A01A-281B-4DB0-AD3D-A7052219CCD0}" type="presOf" srcId="{CEDBDAF8-34D4-44AD-93D7-B99500CB12B1}" destId="{DB1FE6F0-BB44-4ACF-8A66-B2BEDCC5EF00}" srcOrd="0" destOrd="0" presId="urn:microsoft.com/office/officeart/2005/8/layout/chevron1"/>
    <dgm:cxn modelId="{7F00F11C-9DC4-467B-8B1F-3966A910541E}" type="presOf" srcId="{CB5F40BE-6191-4759-B090-585E5768A93E}" destId="{E3BE3BEA-0C51-4CF9-BF94-DCA0FACA09D8}" srcOrd="0" destOrd="0" presId="urn:microsoft.com/office/officeart/2005/8/layout/chevron1"/>
    <dgm:cxn modelId="{B7A9F31C-91E1-4413-90E0-15D3A05704B3}" srcId="{5C13F32C-AB13-4B93-A03C-E5F6FC22F116}" destId="{B4F5D5BB-F33A-44CC-9041-C71E5375EE32}" srcOrd="7" destOrd="0" parTransId="{ABE75C8D-3E18-4AC0-863D-86124024A851}" sibTransId="{DB95F79F-AA52-4785-AF6D-B16B058F4BA2}"/>
    <dgm:cxn modelId="{6CB38B20-25EE-4B65-AEB5-B7051EF9FCF9}" srcId="{5C13F32C-AB13-4B93-A03C-E5F6FC22F116}" destId="{CB5F40BE-6191-4759-B090-585E5768A93E}" srcOrd="1" destOrd="0" parTransId="{52C66C9A-0453-43CD-80BF-439EF2DF715B}" sibTransId="{CABBBEB8-E562-48CF-8584-463A62DEC3A8}"/>
    <dgm:cxn modelId="{56C26521-36C6-4A40-B1D0-159DE25F6052}" type="presOf" srcId="{EFB4F154-3015-45D1-9223-9078B82E0C1F}" destId="{0CF7E5F7-89D6-4A6F-AC12-10DD01012926}" srcOrd="0" destOrd="0" presId="urn:microsoft.com/office/officeart/2005/8/layout/chevron1"/>
    <dgm:cxn modelId="{6098E45B-7054-459E-AAE4-4DE4DB7FF70E}" type="presOf" srcId="{B06C9787-ED99-4EFF-BE33-7AF2CC89CD94}" destId="{DBF1F5A2-8B0B-47E9-B9C9-4D7FC9DDB5F5}" srcOrd="0" destOrd="0" presId="urn:microsoft.com/office/officeart/2005/8/layout/chevron1"/>
    <dgm:cxn modelId="{2186385E-8418-4F00-BBF8-DA4ECC9200E2}" srcId="{5C13F32C-AB13-4B93-A03C-E5F6FC22F116}" destId="{EFB4F154-3015-45D1-9223-9078B82E0C1F}" srcOrd="2" destOrd="0" parTransId="{CDC18EFF-48A6-4CEB-8663-D7A578A522A3}" sibTransId="{CC93C3E2-F372-4963-8851-9A7C01B14431}"/>
    <dgm:cxn modelId="{DC7F154D-7FC3-45AE-B8E1-640E17CD148E}" srcId="{5C13F32C-AB13-4B93-A03C-E5F6FC22F116}" destId="{CE959F38-0E10-43E1-BA50-260126B28BE7}" srcOrd="0" destOrd="0" parTransId="{F5F53513-9B43-4E46-861E-276088CA6DFF}" sibTransId="{93D1FEEB-13E6-4129-960F-740234B77F3B}"/>
    <dgm:cxn modelId="{7CDE2156-10BE-4D05-8EEE-0DB319BF203F}" type="presOf" srcId="{CE959F38-0E10-43E1-BA50-260126B28BE7}" destId="{66A25799-27A5-4C64-991B-65AEE87C9260}" srcOrd="0" destOrd="0" presId="urn:microsoft.com/office/officeart/2005/8/layout/chevron1"/>
    <dgm:cxn modelId="{D5DE6D8C-CEAB-44C8-AACF-90E97F7738B8}" type="presOf" srcId="{831FAFF1-439A-471D-B4AE-74CCB4098C2E}" destId="{D70EB85E-3202-4885-BC78-6CED1EB54FD8}" srcOrd="0" destOrd="0" presId="urn:microsoft.com/office/officeart/2005/8/layout/chevron1"/>
    <dgm:cxn modelId="{D9B84295-04F4-42A8-BE58-A19648D4019F}" type="presOf" srcId="{B4F5D5BB-F33A-44CC-9041-C71E5375EE32}" destId="{D8B5878B-4350-4326-9BDF-E6214536F512}" srcOrd="0" destOrd="0" presId="urn:microsoft.com/office/officeart/2005/8/layout/chevron1"/>
    <dgm:cxn modelId="{F6B1A2A6-524D-42E1-B199-36675F869184}" type="presOf" srcId="{28937740-D202-42A0-98D2-A1B23E8F14AE}" destId="{4F07E84E-FC64-4BC6-80C1-C71BFCABD457}" srcOrd="0" destOrd="0" presId="urn:microsoft.com/office/officeart/2005/8/layout/chevron1"/>
    <dgm:cxn modelId="{B1262CB8-858F-405B-ABE4-30BB3863DAAA}" srcId="{5C13F32C-AB13-4B93-A03C-E5F6FC22F116}" destId="{CEDBDAF8-34D4-44AD-93D7-B99500CB12B1}" srcOrd="3" destOrd="0" parTransId="{C78720DA-32E3-4857-B4AE-0253964B9F30}" sibTransId="{C33C91E0-48E0-4C5B-B4CA-15A07CED0CB1}"/>
    <dgm:cxn modelId="{476233BD-D3EB-4CB0-A7CC-A379100B5E7B}" srcId="{5C13F32C-AB13-4B93-A03C-E5F6FC22F116}" destId="{831FAFF1-439A-471D-B4AE-74CCB4098C2E}" srcOrd="4" destOrd="0" parTransId="{CBDEDB5C-C687-4B01-876F-B9701E24D1CF}" sibTransId="{7CC4A705-E23F-4C87-8521-27483A059186}"/>
    <dgm:cxn modelId="{9A8084C5-5CFC-44B4-A6FF-1135B4F7B40D}" srcId="{5C13F32C-AB13-4B93-A03C-E5F6FC22F116}" destId="{B06C9787-ED99-4EFF-BE33-7AF2CC89CD94}" srcOrd="5" destOrd="0" parTransId="{FE347425-9905-4ABC-8FBB-B3586F7B6C97}" sibTransId="{B29DE85A-1C04-4D11-A9D2-DC5F36BC60EF}"/>
    <dgm:cxn modelId="{FEDCE496-D32A-4FFB-91D2-2BDCBC0B6F0C}" type="presParOf" srcId="{05BA4247-F5C8-4A8E-BF92-445515C25AA3}" destId="{66A25799-27A5-4C64-991B-65AEE87C9260}" srcOrd="0" destOrd="0" presId="urn:microsoft.com/office/officeart/2005/8/layout/chevron1"/>
    <dgm:cxn modelId="{82F62073-0844-45D2-8B77-73C6550CC4AF}" type="presParOf" srcId="{05BA4247-F5C8-4A8E-BF92-445515C25AA3}" destId="{77E938BA-C908-4D39-911C-EB76128717EF}" srcOrd="1" destOrd="0" presId="urn:microsoft.com/office/officeart/2005/8/layout/chevron1"/>
    <dgm:cxn modelId="{160B96C3-7234-467E-92B5-BBB8692DCEBA}" type="presParOf" srcId="{05BA4247-F5C8-4A8E-BF92-445515C25AA3}" destId="{E3BE3BEA-0C51-4CF9-BF94-DCA0FACA09D8}" srcOrd="2" destOrd="0" presId="urn:microsoft.com/office/officeart/2005/8/layout/chevron1"/>
    <dgm:cxn modelId="{776507F4-9FEF-473D-9A6B-320C7BC9E416}" type="presParOf" srcId="{05BA4247-F5C8-4A8E-BF92-445515C25AA3}" destId="{0CCD16CE-F9AC-49D1-8797-C58D75CF173B}" srcOrd="3" destOrd="0" presId="urn:microsoft.com/office/officeart/2005/8/layout/chevron1"/>
    <dgm:cxn modelId="{60BFD779-CBFE-48B8-AEE9-6C7620D20B2B}" type="presParOf" srcId="{05BA4247-F5C8-4A8E-BF92-445515C25AA3}" destId="{0CF7E5F7-89D6-4A6F-AC12-10DD01012926}" srcOrd="4" destOrd="0" presId="urn:microsoft.com/office/officeart/2005/8/layout/chevron1"/>
    <dgm:cxn modelId="{AFD90DF8-BFC0-45EF-B726-11D144F0F70F}" type="presParOf" srcId="{05BA4247-F5C8-4A8E-BF92-445515C25AA3}" destId="{42B091E0-E3A3-49A2-A406-314563B23870}" srcOrd="5" destOrd="0" presId="urn:microsoft.com/office/officeart/2005/8/layout/chevron1"/>
    <dgm:cxn modelId="{C211D5AB-FEAB-4571-A2C0-6C3E80CA25E5}" type="presParOf" srcId="{05BA4247-F5C8-4A8E-BF92-445515C25AA3}" destId="{DB1FE6F0-BB44-4ACF-8A66-B2BEDCC5EF00}" srcOrd="6" destOrd="0" presId="urn:microsoft.com/office/officeart/2005/8/layout/chevron1"/>
    <dgm:cxn modelId="{EE1E5865-F3C2-4B3C-B99E-B1B58FF97A9B}" type="presParOf" srcId="{05BA4247-F5C8-4A8E-BF92-445515C25AA3}" destId="{9E9D2173-05FD-493E-86CC-3B9F5537068F}" srcOrd="7" destOrd="0" presId="urn:microsoft.com/office/officeart/2005/8/layout/chevron1"/>
    <dgm:cxn modelId="{886ED612-6C8E-4E52-B3D8-3E1DD5B887AC}" type="presParOf" srcId="{05BA4247-F5C8-4A8E-BF92-445515C25AA3}" destId="{D70EB85E-3202-4885-BC78-6CED1EB54FD8}" srcOrd="8" destOrd="0" presId="urn:microsoft.com/office/officeart/2005/8/layout/chevron1"/>
    <dgm:cxn modelId="{809AD644-4491-483C-B8C7-AF9908E909AD}" type="presParOf" srcId="{05BA4247-F5C8-4A8E-BF92-445515C25AA3}" destId="{8C702112-7410-41C0-AD15-573916A4B658}" srcOrd="9" destOrd="0" presId="urn:microsoft.com/office/officeart/2005/8/layout/chevron1"/>
    <dgm:cxn modelId="{599FE2D9-BF39-466D-88DA-EB0E4A473907}" type="presParOf" srcId="{05BA4247-F5C8-4A8E-BF92-445515C25AA3}" destId="{DBF1F5A2-8B0B-47E9-B9C9-4D7FC9DDB5F5}" srcOrd="10" destOrd="0" presId="urn:microsoft.com/office/officeart/2005/8/layout/chevron1"/>
    <dgm:cxn modelId="{7705C0CF-1411-421B-B5FC-D64BE613F0BA}" type="presParOf" srcId="{05BA4247-F5C8-4A8E-BF92-445515C25AA3}" destId="{BB4B9B26-9540-431D-A611-AD7394E57623}" srcOrd="11" destOrd="0" presId="urn:microsoft.com/office/officeart/2005/8/layout/chevron1"/>
    <dgm:cxn modelId="{9CD6B467-8F67-478D-A2EA-3D4015CD6CC2}" type="presParOf" srcId="{05BA4247-F5C8-4A8E-BF92-445515C25AA3}" destId="{4F07E84E-FC64-4BC6-80C1-C71BFCABD457}" srcOrd="12" destOrd="0" presId="urn:microsoft.com/office/officeart/2005/8/layout/chevron1"/>
    <dgm:cxn modelId="{DA4A7901-53B7-445F-95C1-3C8D80758F54}" type="presParOf" srcId="{05BA4247-F5C8-4A8E-BF92-445515C25AA3}" destId="{3A28D5A1-50CA-4392-9AAA-C2BA259AA3D8}" srcOrd="13" destOrd="0" presId="urn:microsoft.com/office/officeart/2005/8/layout/chevron1"/>
    <dgm:cxn modelId="{D70B496E-2724-48CA-999B-CF377B7ACFAD}" type="presParOf" srcId="{05BA4247-F5C8-4A8E-BF92-445515C25AA3}" destId="{D8B5878B-4350-4326-9BDF-E6214536F512}" srcOrd="1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A25799-27A5-4C64-991B-65AEE87C9260}">
      <dsp:nvSpPr>
        <dsp:cNvPr id="0" name=""/>
        <dsp:cNvSpPr/>
      </dsp:nvSpPr>
      <dsp:spPr>
        <a:xfrm>
          <a:off x="520" y="1865014"/>
          <a:ext cx="834925" cy="33397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004" tIns="10668" rIns="10668" bIns="10668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Define Grid</a:t>
          </a:r>
        </a:p>
      </dsp:txBody>
      <dsp:txXfrm>
        <a:off x="167505" y="1865014"/>
        <a:ext cx="500955" cy="333970"/>
      </dsp:txXfrm>
    </dsp:sp>
    <dsp:sp modelId="{E3BE3BEA-0C51-4CF9-BF94-DCA0FACA09D8}">
      <dsp:nvSpPr>
        <dsp:cNvPr id="0" name=""/>
        <dsp:cNvSpPr/>
      </dsp:nvSpPr>
      <dsp:spPr>
        <a:xfrm>
          <a:off x="751954" y="1865014"/>
          <a:ext cx="834925" cy="33397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004" tIns="10668" rIns="10668" bIns="10668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Generate URL</a:t>
          </a:r>
        </a:p>
      </dsp:txBody>
      <dsp:txXfrm>
        <a:off x="918939" y="1865014"/>
        <a:ext cx="500955" cy="333970"/>
      </dsp:txXfrm>
    </dsp:sp>
    <dsp:sp modelId="{0CF7E5F7-89D6-4A6F-AC12-10DD01012926}">
      <dsp:nvSpPr>
        <dsp:cNvPr id="0" name=""/>
        <dsp:cNvSpPr/>
      </dsp:nvSpPr>
      <dsp:spPr>
        <a:xfrm>
          <a:off x="1503387" y="1865014"/>
          <a:ext cx="834925" cy="33397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004" tIns="10668" rIns="10668" bIns="10668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Fetch URL</a:t>
          </a:r>
        </a:p>
      </dsp:txBody>
      <dsp:txXfrm>
        <a:off x="1670372" y="1865014"/>
        <a:ext cx="500955" cy="333970"/>
      </dsp:txXfrm>
    </dsp:sp>
    <dsp:sp modelId="{DB1FE6F0-BB44-4ACF-8A66-B2BEDCC5EF00}">
      <dsp:nvSpPr>
        <dsp:cNvPr id="0" name=""/>
        <dsp:cNvSpPr/>
      </dsp:nvSpPr>
      <dsp:spPr>
        <a:xfrm>
          <a:off x="2254820" y="1865014"/>
          <a:ext cx="834925" cy="33397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004" tIns="10668" rIns="10668" bIns="10668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Count Listings</a:t>
          </a:r>
          <a:endParaRPr lang="en-US" sz="800" kern="1200" dirty="0"/>
        </a:p>
      </dsp:txBody>
      <dsp:txXfrm>
        <a:off x="2421805" y="1865014"/>
        <a:ext cx="500955" cy="333970"/>
      </dsp:txXfrm>
    </dsp:sp>
    <dsp:sp modelId="{D70EB85E-3202-4885-BC78-6CED1EB54FD8}">
      <dsp:nvSpPr>
        <dsp:cNvPr id="0" name=""/>
        <dsp:cNvSpPr/>
      </dsp:nvSpPr>
      <dsp:spPr>
        <a:xfrm>
          <a:off x="3006253" y="1865014"/>
          <a:ext cx="834925" cy="33397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004" tIns="10668" rIns="10668" bIns="10668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If &gt;270 </a:t>
          </a:r>
          <a:endParaRPr lang="en-US" sz="800" kern="1200" dirty="0"/>
        </a:p>
      </dsp:txBody>
      <dsp:txXfrm>
        <a:off x="3173238" y="1865014"/>
        <a:ext cx="500955" cy="333970"/>
      </dsp:txXfrm>
    </dsp:sp>
    <dsp:sp modelId="{DBF1F5A2-8B0B-47E9-B9C9-4D7FC9DDB5F5}">
      <dsp:nvSpPr>
        <dsp:cNvPr id="0" name=""/>
        <dsp:cNvSpPr/>
      </dsp:nvSpPr>
      <dsp:spPr>
        <a:xfrm>
          <a:off x="3743832" y="1567140"/>
          <a:ext cx="834925" cy="33397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004" tIns="10668" rIns="10668" bIns="10668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Subdivide</a:t>
          </a:r>
          <a:endParaRPr lang="en-US" sz="800" kern="1200" dirty="0"/>
        </a:p>
      </dsp:txBody>
      <dsp:txXfrm>
        <a:off x="3910817" y="1567140"/>
        <a:ext cx="500955" cy="333970"/>
      </dsp:txXfrm>
    </dsp:sp>
    <dsp:sp modelId="{4F07E84E-FC64-4BC6-80C1-C71BFCABD457}">
      <dsp:nvSpPr>
        <dsp:cNvPr id="0" name=""/>
        <dsp:cNvSpPr/>
      </dsp:nvSpPr>
      <dsp:spPr>
        <a:xfrm>
          <a:off x="3767898" y="2180750"/>
          <a:ext cx="834925" cy="33397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004" tIns="10668" rIns="10668" bIns="10668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Else</a:t>
          </a:r>
          <a:endParaRPr lang="en-US" sz="800" kern="1200" dirty="0"/>
        </a:p>
      </dsp:txBody>
      <dsp:txXfrm>
        <a:off x="3934883" y="2180750"/>
        <a:ext cx="500955" cy="333970"/>
      </dsp:txXfrm>
    </dsp:sp>
    <dsp:sp modelId="{D8B5878B-4350-4326-9BDF-E6214536F512}">
      <dsp:nvSpPr>
        <dsp:cNvPr id="0" name=""/>
        <dsp:cNvSpPr/>
      </dsp:nvSpPr>
      <dsp:spPr>
        <a:xfrm>
          <a:off x="4456987" y="2180750"/>
          <a:ext cx="834925" cy="33397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004" tIns="10668" rIns="10668" bIns="10668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Extract Listings</a:t>
          </a:r>
          <a:endParaRPr lang="en-US" sz="800" kern="1200" dirty="0"/>
        </a:p>
      </dsp:txBody>
      <dsp:txXfrm>
        <a:off x="4623972" y="2180750"/>
        <a:ext cx="500955" cy="3339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gd1bf8d60a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8" name="Google Shape;1428;gd1bf8d60a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g24ed99bf1a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5" name="Google Shape;1455;g24ed99bf1a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2" name="Google Shape;1542;g24ed99bf1a4_0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3" name="Google Shape;1543;g24ed99bf1a4_0_1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3255180" y="-2900775"/>
            <a:ext cx="10039930" cy="6871129"/>
            <a:chOff x="-3102780" y="-2727750"/>
            <a:chExt cx="10039930" cy="6871129"/>
          </a:xfrm>
        </p:grpSpPr>
        <p:grpSp>
          <p:nvGrpSpPr>
            <p:cNvPr id="10" name="Google Shape;10;p2"/>
            <p:cNvGrpSpPr/>
            <p:nvPr/>
          </p:nvGrpSpPr>
          <p:grpSpPr>
            <a:xfrm rot="-7778255">
              <a:off x="-2414440" y="-1445047"/>
              <a:ext cx="5355679" cy="4305724"/>
              <a:chOff x="7103825" y="-713112"/>
              <a:chExt cx="3785226" cy="3043150"/>
            </a:xfrm>
          </p:grpSpPr>
          <p:sp>
            <p:nvSpPr>
              <p:cNvPr id="11" name="Google Shape;11;p2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2" name="Google Shape;12;p2"/>
              <p:cNvPicPr preferRelativeResize="0"/>
              <p:nvPr/>
            </p:nvPicPr>
            <p:blipFill rotWithShape="1">
              <a:blip r:embed="rId2">
                <a:alphaModFix/>
              </a:blip>
              <a:srcRect t="17657" b="17663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3" name="Google Shape;13;p2"/>
            <p:cNvSpPr/>
            <p:nvPr/>
          </p:nvSpPr>
          <p:spPr>
            <a:xfrm>
              <a:off x="-289323" y="-166742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2700000">
              <a:off x="917817" y="-2200499"/>
              <a:ext cx="3153371" cy="5119296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-201475" y="-361175"/>
              <a:ext cx="7138625" cy="819350"/>
            </a:xfrm>
            <a:custGeom>
              <a:avLst/>
              <a:gdLst/>
              <a:ahLst/>
              <a:cxnLst/>
              <a:rect l="l" t="t" r="r" b="b"/>
              <a:pathLst>
                <a:path w="285545" h="32774" extrusionOk="0">
                  <a:moveTo>
                    <a:pt x="0" y="32774"/>
                  </a:moveTo>
                  <a:lnTo>
                    <a:pt x="188861" y="32774"/>
                  </a:lnTo>
                  <a:lnTo>
                    <a:pt x="221636" y="0"/>
                  </a:lnTo>
                  <a:lnTo>
                    <a:pt x="285545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Google Shape;16;p2"/>
            <p:cNvSpPr/>
            <p:nvPr/>
          </p:nvSpPr>
          <p:spPr>
            <a:xfrm rot="5400000">
              <a:off x="1110859" y="-1245788"/>
              <a:ext cx="577450" cy="3045475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rot="5400000">
              <a:off x="654013" y="-781254"/>
              <a:ext cx="687411" cy="2731351"/>
            </a:xfrm>
            <a:custGeom>
              <a:avLst/>
              <a:gdLst/>
              <a:ahLst/>
              <a:cxnLst/>
              <a:rect l="l" t="t" r="r" b="b"/>
              <a:pathLst>
                <a:path w="16760" h="43180" extrusionOk="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" name="Google Shape;18;p2"/>
            <p:cNvGrpSpPr/>
            <p:nvPr/>
          </p:nvGrpSpPr>
          <p:grpSpPr>
            <a:xfrm flipH="1">
              <a:off x="4446909" y="391151"/>
              <a:ext cx="134044" cy="134013"/>
              <a:chOff x="1101075" y="2142375"/>
              <a:chExt cx="439200" cy="439100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" name="Google Shape;21;p2"/>
            <p:cNvGrpSpPr/>
            <p:nvPr/>
          </p:nvGrpSpPr>
          <p:grpSpPr>
            <a:xfrm flipH="1">
              <a:off x="1373609" y="694563"/>
              <a:ext cx="134044" cy="134013"/>
              <a:chOff x="1101075" y="2142375"/>
              <a:chExt cx="439200" cy="439100"/>
            </a:xfrm>
          </p:grpSpPr>
          <p:sp>
            <p:nvSpPr>
              <p:cNvPr id="22" name="Google Shape;22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" name="Google Shape;24;p2"/>
            <p:cNvGrpSpPr/>
            <p:nvPr/>
          </p:nvGrpSpPr>
          <p:grpSpPr>
            <a:xfrm flipH="1">
              <a:off x="1086834" y="957463"/>
              <a:ext cx="134044" cy="134013"/>
              <a:chOff x="1101075" y="2142375"/>
              <a:chExt cx="439200" cy="439100"/>
            </a:xfrm>
          </p:grpSpPr>
          <p:sp>
            <p:nvSpPr>
              <p:cNvPr id="25" name="Google Shape;25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" name="Google Shape;27;p2"/>
            <p:cNvGrpSpPr/>
            <p:nvPr/>
          </p:nvGrpSpPr>
          <p:grpSpPr>
            <a:xfrm flipH="1">
              <a:off x="277709" y="957463"/>
              <a:ext cx="134044" cy="134013"/>
              <a:chOff x="1101075" y="2142375"/>
              <a:chExt cx="439200" cy="439100"/>
            </a:xfrm>
          </p:grpSpPr>
          <p:sp>
            <p:nvSpPr>
              <p:cNvPr id="28" name="Google Shape;28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" name="Google Shape;30;p2"/>
            <p:cNvGrpSpPr/>
            <p:nvPr/>
          </p:nvGrpSpPr>
          <p:grpSpPr>
            <a:xfrm flipH="1">
              <a:off x="277709" y="640813"/>
              <a:ext cx="134044" cy="134013"/>
              <a:chOff x="1101075" y="2142375"/>
              <a:chExt cx="439200" cy="439100"/>
            </a:xfrm>
          </p:grpSpPr>
          <p:sp>
            <p:nvSpPr>
              <p:cNvPr id="31" name="Google Shape;31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3" name="Google Shape;33;p2"/>
          <p:cNvGrpSpPr/>
          <p:nvPr/>
        </p:nvGrpSpPr>
        <p:grpSpPr>
          <a:xfrm>
            <a:off x="6385735" y="3039700"/>
            <a:ext cx="3920501" cy="3213899"/>
            <a:chOff x="6309535" y="2842975"/>
            <a:chExt cx="3920501" cy="3213899"/>
          </a:xfrm>
        </p:grpSpPr>
        <p:pic>
          <p:nvPicPr>
            <p:cNvPr id="34" name="Google Shape;34;p2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6309535" y="3064650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" name="Google Shape;35;p2"/>
            <p:cNvSpPr/>
            <p:nvPr/>
          </p:nvSpPr>
          <p:spPr>
            <a:xfrm rot="10800000">
              <a:off x="7535449" y="2941132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 rot="10800000">
              <a:off x="7694795" y="2941747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280400" y="3719575"/>
              <a:ext cx="582050" cy="582425"/>
              <a:chOff x="959750" y="3039275"/>
              <a:chExt cx="582050" cy="582425"/>
            </a:xfrm>
          </p:grpSpPr>
          <p:sp>
            <p:nvSpPr>
              <p:cNvPr id="38" name="Google Shape;38;p2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5" name="Google Shape;45;p2"/>
            <p:cNvSpPr/>
            <p:nvPr/>
          </p:nvSpPr>
          <p:spPr>
            <a:xfrm>
              <a:off x="8430775" y="2842975"/>
              <a:ext cx="480893" cy="475828"/>
            </a:xfrm>
            <a:custGeom>
              <a:avLst/>
              <a:gdLst/>
              <a:ahLst/>
              <a:cxnLst/>
              <a:rect l="l" t="t" r="r" b="b"/>
              <a:pathLst>
                <a:path w="36171" h="35790" extrusionOk="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6" name="Google Shape;46;p2"/>
            <p:cNvGrpSpPr/>
            <p:nvPr/>
          </p:nvGrpSpPr>
          <p:grpSpPr>
            <a:xfrm>
              <a:off x="8337812" y="3492483"/>
              <a:ext cx="699928" cy="1651024"/>
              <a:chOff x="8337812" y="3492483"/>
              <a:chExt cx="699928" cy="1651024"/>
            </a:xfrm>
          </p:grpSpPr>
          <p:sp>
            <p:nvSpPr>
              <p:cNvPr id="47" name="Google Shape;47;p2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avLst/>
                <a:gdLst/>
                <a:ahLst/>
                <a:cxnLst/>
                <a:rect l="l" t="t" r="r" b="b"/>
                <a:pathLst>
                  <a:path w="11779" h="24714" extrusionOk="0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" name="Google Shape;50;p2"/>
            <p:cNvGrpSpPr/>
            <p:nvPr/>
          </p:nvGrpSpPr>
          <p:grpSpPr>
            <a:xfrm>
              <a:off x="7945225" y="4302000"/>
              <a:ext cx="904666" cy="726121"/>
              <a:chOff x="7945225" y="4302000"/>
              <a:chExt cx="904666" cy="726121"/>
            </a:xfrm>
          </p:grpSpPr>
          <p:sp>
            <p:nvSpPr>
              <p:cNvPr id="51" name="Google Shape;51;p2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4" name="Google Shape;54;p2"/>
          <p:cNvSpPr txBox="1">
            <a:spLocks noGrp="1"/>
          </p:cNvSpPr>
          <p:nvPr>
            <p:ph type="ctrTitle"/>
          </p:nvPr>
        </p:nvSpPr>
        <p:spPr>
          <a:xfrm>
            <a:off x="1096850" y="816324"/>
            <a:ext cx="6974700" cy="232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2"/>
          <p:cNvSpPr txBox="1">
            <a:spLocks noGrp="1"/>
          </p:cNvSpPr>
          <p:nvPr>
            <p:ph type="subTitle" idx="1"/>
          </p:nvPr>
        </p:nvSpPr>
        <p:spPr>
          <a:xfrm>
            <a:off x="1096850" y="3456250"/>
            <a:ext cx="48825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56" name="Google Shape;56;p2"/>
          <p:cNvGrpSpPr/>
          <p:nvPr/>
        </p:nvGrpSpPr>
        <p:grpSpPr>
          <a:xfrm>
            <a:off x="-309885" y="3617406"/>
            <a:ext cx="1448824" cy="2238804"/>
            <a:chOff x="-309885" y="3617406"/>
            <a:chExt cx="1448824" cy="2238804"/>
          </a:xfrm>
        </p:grpSpPr>
        <p:grpSp>
          <p:nvGrpSpPr>
            <p:cNvPr id="57" name="Google Shape;57;p2"/>
            <p:cNvGrpSpPr/>
            <p:nvPr/>
          </p:nvGrpSpPr>
          <p:grpSpPr>
            <a:xfrm>
              <a:off x="-277007" y="3870159"/>
              <a:ext cx="981772" cy="1986051"/>
              <a:chOff x="-293545" y="3454371"/>
              <a:chExt cx="981772" cy="1986051"/>
            </a:xfrm>
          </p:grpSpPr>
          <p:sp>
            <p:nvSpPr>
              <p:cNvPr id="58" name="Google Shape;58;p2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" name="Google Shape;60;p2"/>
            <p:cNvGrpSpPr/>
            <p:nvPr/>
          </p:nvGrpSpPr>
          <p:grpSpPr>
            <a:xfrm>
              <a:off x="363249" y="4906873"/>
              <a:ext cx="699940" cy="478601"/>
              <a:chOff x="39722" y="4349021"/>
              <a:chExt cx="1061964" cy="726143"/>
            </a:xfrm>
          </p:grpSpPr>
          <p:grpSp>
            <p:nvGrpSpPr>
              <p:cNvPr id="61" name="Google Shape;61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62" name="Google Shape;62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63" name="Google Shape;63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64" name="Google Shape;64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5" name="Google Shape;65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6" name="Google Shape;66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7" name="Google Shape;67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8" name="Google Shape;68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69" name="Google Shape;69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0" name="Google Shape;70;p2"/>
            <p:cNvGrpSpPr/>
            <p:nvPr/>
          </p:nvGrpSpPr>
          <p:grpSpPr>
            <a:xfrm rot="-5400000">
              <a:off x="-461873" y="3769393"/>
              <a:ext cx="1351491" cy="1047516"/>
              <a:chOff x="-2460210" y="2758493"/>
              <a:chExt cx="1351491" cy="1047516"/>
            </a:xfrm>
          </p:grpSpPr>
          <p:sp>
            <p:nvSpPr>
              <p:cNvPr id="71" name="Google Shape;71;p2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2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2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5" name="Google Shape;75;p2"/>
            <p:cNvGrpSpPr/>
            <p:nvPr/>
          </p:nvGrpSpPr>
          <p:grpSpPr>
            <a:xfrm>
              <a:off x="438999" y="4567398"/>
              <a:ext cx="699940" cy="478601"/>
              <a:chOff x="39722" y="4349021"/>
              <a:chExt cx="1061964" cy="726143"/>
            </a:xfrm>
          </p:grpSpPr>
          <p:grpSp>
            <p:nvGrpSpPr>
              <p:cNvPr id="76" name="Google Shape;76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77" name="Google Shape;77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78" name="Google Shape;78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79" name="Google Shape;79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0" name="Google Shape;80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1" name="Google Shape;81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2" name="Google Shape;82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3" name="Google Shape;83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84" name="Google Shape;84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5" name="Google Shape;85;p2"/>
            <p:cNvGrpSpPr/>
            <p:nvPr/>
          </p:nvGrpSpPr>
          <p:grpSpPr>
            <a:xfrm>
              <a:off x="-65076" y="4623886"/>
              <a:ext cx="699940" cy="478601"/>
              <a:chOff x="39722" y="4349021"/>
              <a:chExt cx="1061964" cy="726143"/>
            </a:xfrm>
          </p:grpSpPr>
          <p:grpSp>
            <p:nvGrpSpPr>
              <p:cNvPr id="86" name="Google Shape;86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87" name="Google Shape;87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88" name="Google Shape;88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89" name="Google Shape;89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0" name="Google Shape;90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1" name="Google Shape;91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2" name="Google Shape;92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3" name="Google Shape;93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94" name="Google Shape;94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4"/>
          <p:cNvSpPr txBox="1">
            <a:spLocks noGrp="1"/>
          </p:cNvSpPr>
          <p:nvPr>
            <p:ph type="body" idx="1"/>
          </p:nvPr>
        </p:nvSpPr>
        <p:spPr>
          <a:xfrm>
            <a:off x="720000" y="1139551"/>
            <a:ext cx="7704000" cy="4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AutoNum type="arabicPeriod"/>
              <a:defRPr>
                <a:solidFill>
                  <a:srgbClr val="191919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grpSp>
        <p:nvGrpSpPr>
          <p:cNvPr id="143" name="Google Shape;143;p4"/>
          <p:cNvGrpSpPr/>
          <p:nvPr/>
        </p:nvGrpSpPr>
        <p:grpSpPr>
          <a:xfrm>
            <a:off x="7365150" y="-1147799"/>
            <a:ext cx="3733124" cy="6537004"/>
            <a:chOff x="7212750" y="-1147799"/>
            <a:chExt cx="3733124" cy="6537004"/>
          </a:xfrm>
        </p:grpSpPr>
        <p:pic>
          <p:nvPicPr>
            <p:cNvPr id="144" name="Google Shape;144;p4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7212750" y="-1147799"/>
              <a:ext cx="3733124" cy="28492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5" name="Google Shape;145;p4"/>
            <p:cNvGrpSpPr/>
            <p:nvPr/>
          </p:nvGrpSpPr>
          <p:grpSpPr>
            <a:xfrm>
              <a:off x="7392021" y="539499"/>
              <a:ext cx="1518472" cy="3030657"/>
              <a:chOff x="7785196" y="342199"/>
              <a:chExt cx="1518472" cy="3030657"/>
            </a:xfrm>
          </p:grpSpPr>
          <p:sp>
            <p:nvSpPr>
              <p:cNvPr id="146" name="Google Shape;146;p4"/>
              <p:cNvSpPr/>
              <p:nvPr/>
            </p:nvSpPr>
            <p:spPr>
              <a:xfrm rot="10800000">
                <a:off x="7882621" y="539499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4"/>
              <p:cNvSpPr/>
              <p:nvPr/>
            </p:nvSpPr>
            <p:spPr>
              <a:xfrm rot="10800000">
                <a:off x="7785196" y="342199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8" name="Google Shape;148;p4"/>
            <p:cNvSpPr/>
            <p:nvPr/>
          </p:nvSpPr>
          <p:spPr>
            <a:xfrm rot="5400000">
              <a:off x="8098189" y="-877180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9" name="Google Shape;149;p4"/>
            <p:cNvGrpSpPr/>
            <p:nvPr/>
          </p:nvGrpSpPr>
          <p:grpSpPr>
            <a:xfrm>
              <a:off x="7740801" y="270000"/>
              <a:ext cx="3153315" cy="5119205"/>
              <a:chOff x="7740801" y="270000"/>
              <a:chExt cx="3153315" cy="5119205"/>
            </a:xfrm>
          </p:grpSpPr>
          <p:sp>
            <p:nvSpPr>
              <p:cNvPr id="150" name="Google Shape;150;p4"/>
              <p:cNvSpPr/>
              <p:nvPr/>
            </p:nvSpPr>
            <p:spPr>
              <a:xfrm>
                <a:off x="7740801" y="270000"/>
                <a:ext cx="3153315" cy="5119205"/>
              </a:xfrm>
              <a:custGeom>
                <a:avLst/>
                <a:gdLst/>
                <a:ahLst/>
                <a:cxnLst/>
                <a:rect l="l" t="t" r="r" b="b"/>
                <a:pathLst>
                  <a:path w="76882" h="124813" extrusionOk="0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51" name="Google Shape;151;p4"/>
              <p:cNvGrpSpPr/>
              <p:nvPr/>
            </p:nvGrpSpPr>
            <p:grpSpPr>
              <a:xfrm>
                <a:off x="8192886" y="4736397"/>
                <a:ext cx="134004" cy="134004"/>
                <a:chOff x="8356813" y="1074288"/>
                <a:chExt cx="351900" cy="351900"/>
              </a:xfrm>
            </p:grpSpPr>
            <p:sp>
              <p:nvSpPr>
                <p:cNvPr id="152" name="Google Shape;152;p4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3" name="Google Shape;153;p4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54" name="Google Shape;154;p4"/>
              <p:cNvGrpSpPr/>
              <p:nvPr/>
            </p:nvGrpSpPr>
            <p:grpSpPr>
              <a:xfrm>
                <a:off x="8788211" y="3794722"/>
                <a:ext cx="134004" cy="134004"/>
                <a:chOff x="8356813" y="1074288"/>
                <a:chExt cx="351900" cy="351900"/>
              </a:xfrm>
            </p:grpSpPr>
            <p:sp>
              <p:nvSpPr>
                <p:cNvPr id="155" name="Google Shape;155;p4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6" name="Google Shape;156;p4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57" name="Google Shape;157;p4"/>
              <p:cNvGrpSpPr/>
              <p:nvPr/>
            </p:nvGrpSpPr>
            <p:grpSpPr>
              <a:xfrm>
                <a:off x="8654186" y="2424672"/>
                <a:ext cx="134004" cy="134004"/>
                <a:chOff x="8356813" y="1074288"/>
                <a:chExt cx="351900" cy="351900"/>
              </a:xfrm>
            </p:grpSpPr>
            <p:sp>
              <p:nvSpPr>
                <p:cNvPr id="158" name="Google Shape;158;p4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9" name="Google Shape;159;p4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60" name="Google Shape;160;p4"/>
          <p:cNvGrpSpPr/>
          <p:nvPr/>
        </p:nvGrpSpPr>
        <p:grpSpPr>
          <a:xfrm rot="-2529045">
            <a:off x="105741" y="3680210"/>
            <a:ext cx="591691" cy="2260270"/>
            <a:chOff x="-132364" y="1829399"/>
            <a:chExt cx="591677" cy="2260214"/>
          </a:xfrm>
        </p:grpSpPr>
        <p:sp>
          <p:nvSpPr>
            <p:cNvPr id="161" name="Google Shape;161;p4"/>
            <p:cNvSpPr/>
            <p:nvPr/>
          </p:nvSpPr>
          <p:spPr>
            <a:xfrm rot="10800000">
              <a:off x="62461" y="1829399"/>
              <a:ext cx="396852" cy="2260214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4"/>
            <p:cNvSpPr/>
            <p:nvPr/>
          </p:nvSpPr>
          <p:spPr>
            <a:xfrm rot="10800000">
              <a:off x="-132364" y="1829399"/>
              <a:ext cx="396852" cy="2260214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3" name="Google Shape;163;p4"/>
          <p:cNvGrpSpPr/>
          <p:nvPr/>
        </p:nvGrpSpPr>
        <p:grpSpPr>
          <a:xfrm>
            <a:off x="-520148" y="-573164"/>
            <a:ext cx="1502291" cy="2806842"/>
            <a:chOff x="-367748" y="-573164"/>
            <a:chExt cx="1502291" cy="2806842"/>
          </a:xfrm>
        </p:grpSpPr>
        <p:grpSp>
          <p:nvGrpSpPr>
            <p:cNvPr id="164" name="Google Shape;164;p4"/>
            <p:cNvGrpSpPr/>
            <p:nvPr/>
          </p:nvGrpSpPr>
          <p:grpSpPr>
            <a:xfrm rot="10800000">
              <a:off x="-191449" y="1507557"/>
              <a:ext cx="904666" cy="726121"/>
              <a:chOff x="7945225" y="4302000"/>
              <a:chExt cx="904666" cy="726121"/>
            </a:xfrm>
          </p:grpSpPr>
          <p:sp>
            <p:nvSpPr>
              <p:cNvPr id="165" name="Google Shape;165;p4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4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4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8" name="Google Shape;168;p4"/>
            <p:cNvSpPr/>
            <p:nvPr/>
          </p:nvSpPr>
          <p:spPr>
            <a:xfrm>
              <a:off x="152767" y="-572549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4"/>
            <p:cNvSpPr/>
            <p:nvPr/>
          </p:nvSpPr>
          <p:spPr>
            <a:xfrm>
              <a:off x="-6579" y="-573164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0" name="Google Shape;170;p4"/>
            <p:cNvGrpSpPr/>
            <p:nvPr/>
          </p:nvGrpSpPr>
          <p:grpSpPr>
            <a:xfrm rot="10800000">
              <a:off x="-367748" y="-467133"/>
              <a:ext cx="699928" cy="1651024"/>
              <a:chOff x="8337812" y="3492483"/>
              <a:chExt cx="699928" cy="1651024"/>
            </a:xfrm>
          </p:grpSpPr>
          <p:sp>
            <p:nvSpPr>
              <p:cNvPr id="171" name="Google Shape;171;p4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avLst/>
                <a:gdLst/>
                <a:ahLst/>
                <a:cxnLst/>
                <a:rect l="l" t="t" r="r" b="b"/>
                <a:pathLst>
                  <a:path w="11779" h="24714" extrusionOk="0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4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4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7"/>
          <p:cNvSpPr txBox="1">
            <a:spLocks noGrp="1"/>
          </p:cNvSpPr>
          <p:nvPr>
            <p:ph type="subTitle" idx="1"/>
          </p:nvPr>
        </p:nvSpPr>
        <p:spPr>
          <a:xfrm>
            <a:off x="713225" y="1160775"/>
            <a:ext cx="7710900" cy="345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alphaLcPeriod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romanLcPeriod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arabicPeriod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AutoNum type="alphaLcPeriod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AutoNum type="romanLcPeriod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AutoNum type="arabicPeriod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AutoNum type="alphaLcPeriod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AutoNum type="romanLcPeriod"/>
              <a:defRPr/>
            </a:lvl9pPr>
          </a:lstStyle>
          <a:p>
            <a:endParaRPr/>
          </a:p>
        </p:txBody>
      </p:sp>
      <p:sp>
        <p:nvSpPr>
          <p:cNvPr id="340" name="Google Shape;340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341" name="Google Shape;341;p7"/>
          <p:cNvGrpSpPr/>
          <p:nvPr/>
        </p:nvGrpSpPr>
        <p:grpSpPr>
          <a:xfrm>
            <a:off x="8934675" y="3943438"/>
            <a:ext cx="439200" cy="439100"/>
            <a:chOff x="1101075" y="2142375"/>
            <a:chExt cx="439200" cy="439100"/>
          </a:xfrm>
        </p:grpSpPr>
        <p:sp>
          <p:nvSpPr>
            <p:cNvPr id="342" name="Google Shape;342;p7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7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4" name="Google Shape;344;p7"/>
          <p:cNvGrpSpPr/>
          <p:nvPr/>
        </p:nvGrpSpPr>
        <p:grpSpPr>
          <a:xfrm>
            <a:off x="5481594" y="-3117615"/>
            <a:ext cx="5954334" cy="6142759"/>
            <a:chOff x="5329194" y="-2965215"/>
            <a:chExt cx="5954334" cy="6142759"/>
          </a:xfrm>
        </p:grpSpPr>
        <p:sp>
          <p:nvSpPr>
            <p:cNvPr id="345" name="Google Shape;345;p7"/>
            <p:cNvSpPr/>
            <p:nvPr/>
          </p:nvSpPr>
          <p:spPr>
            <a:xfrm rot="-2700000">
              <a:off x="6677338" y="-2306933"/>
              <a:ext cx="3153371" cy="5119296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7"/>
            <p:cNvSpPr/>
            <p:nvPr/>
          </p:nvSpPr>
          <p:spPr>
            <a:xfrm rot="-2700000">
              <a:off x="6782013" y="-2600033"/>
              <a:ext cx="3153371" cy="5119296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47" name="Google Shape;347;p7"/>
            <p:cNvGrpSpPr/>
            <p:nvPr/>
          </p:nvGrpSpPr>
          <p:grpSpPr>
            <a:xfrm rot="10800000">
              <a:off x="5710125" y="185651"/>
              <a:ext cx="4558967" cy="134100"/>
              <a:chOff x="796100" y="3019701"/>
              <a:chExt cx="4558967" cy="134100"/>
            </a:xfrm>
          </p:grpSpPr>
          <p:sp>
            <p:nvSpPr>
              <p:cNvPr id="348" name="Google Shape;348;p7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49" name="Google Shape;349;p7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50" name="Google Shape;350;p7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51" name="Google Shape;351;p7"/>
          <p:cNvGrpSpPr/>
          <p:nvPr/>
        </p:nvGrpSpPr>
        <p:grpSpPr>
          <a:xfrm flipH="1">
            <a:off x="-503516" y="3986929"/>
            <a:ext cx="5249359" cy="2992224"/>
            <a:chOff x="-258616" y="3430829"/>
            <a:chExt cx="5249359" cy="2992224"/>
          </a:xfrm>
        </p:grpSpPr>
        <p:pic>
          <p:nvPicPr>
            <p:cNvPr id="352" name="Google Shape;352;p7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1070243" y="3430829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3" name="Google Shape;353;p7"/>
            <p:cNvSpPr/>
            <p:nvPr/>
          </p:nvSpPr>
          <p:spPr>
            <a:xfrm>
              <a:off x="363250" y="4667754"/>
              <a:ext cx="582037" cy="55735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7"/>
            <p:cNvSpPr/>
            <p:nvPr/>
          </p:nvSpPr>
          <p:spPr>
            <a:xfrm>
              <a:off x="941424" y="4724302"/>
              <a:ext cx="340329" cy="325895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7"/>
            <p:cNvSpPr/>
            <p:nvPr/>
          </p:nvSpPr>
          <p:spPr>
            <a:xfrm>
              <a:off x="820562" y="4958179"/>
              <a:ext cx="582037" cy="55735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7"/>
            <p:cNvSpPr/>
            <p:nvPr/>
          </p:nvSpPr>
          <p:spPr>
            <a:xfrm>
              <a:off x="1299000" y="4608579"/>
              <a:ext cx="582037" cy="55735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7"/>
            <p:cNvSpPr/>
            <p:nvPr/>
          </p:nvSpPr>
          <p:spPr>
            <a:xfrm rot="5400000">
              <a:off x="447539" y="3133720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58" name="Google Shape;358;p7"/>
            <p:cNvGrpSpPr/>
            <p:nvPr/>
          </p:nvGrpSpPr>
          <p:grpSpPr>
            <a:xfrm>
              <a:off x="736485" y="4387072"/>
              <a:ext cx="161977" cy="161940"/>
              <a:chOff x="1101075" y="2142375"/>
              <a:chExt cx="439200" cy="439100"/>
            </a:xfrm>
          </p:grpSpPr>
          <p:sp>
            <p:nvSpPr>
              <p:cNvPr id="359" name="Google Shape;359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Google Shape;360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1" name="Google Shape;361;p7"/>
            <p:cNvGrpSpPr/>
            <p:nvPr/>
          </p:nvGrpSpPr>
          <p:grpSpPr>
            <a:xfrm rot="10800000">
              <a:off x="2118901" y="4805293"/>
              <a:ext cx="161977" cy="161940"/>
              <a:chOff x="1101075" y="2142375"/>
              <a:chExt cx="439200" cy="439100"/>
            </a:xfrm>
          </p:grpSpPr>
          <p:sp>
            <p:nvSpPr>
              <p:cNvPr id="362" name="Google Shape;362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Google Shape;363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14"/>
          <p:cNvSpPr txBox="1">
            <a:spLocks noGrp="1"/>
          </p:cNvSpPr>
          <p:nvPr>
            <p:ph type="title"/>
          </p:nvPr>
        </p:nvSpPr>
        <p:spPr>
          <a:xfrm>
            <a:off x="713225" y="3349250"/>
            <a:ext cx="66912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46" name="Google Shape;546;p14"/>
          <p:cNvSpPr txBox="1">
            <a:spLocks noGrp="1"/>
          </p:cNvSpPr>
          <p:nvPr>
            <p:ph type="subTitle" idx="1"/>
          </p:nvPr>
        </p:nvSpPr>
        <p:spPr>
          <a:xfrm>
            <a:off x="713225" y="1511313"/>
            <a:ext cx="6691200" cy="147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9" name="Google Shape;1339;p30"/>
          <p:cNvGrpSpPr/>
          <p:nvPr/>
        </p:nvGrpSpPr>
        <p:grpSpPr>
          <a:xfrm>
            <a:off x="-623241" y="3925887"/>
            <a:ext cx="2833357" cy="1517787"/>
            <a:chOff x="-623241" y="3849687"/>
            <a:chExt cx="2833357" cy="1517787"/>
          </a:xfrm>
        </p:grpSpPr>
        <p:grpSp>
          <p:nvGrpSpPr>
            <p:cNvPr id="1340" name="Google Shape;1340;p30"/>
            <p:cNvGrpSpPr/>
            <p:nvPr/>
          </p:nvGrpSpPr>
          <p:grpSpPr>
            <a:xfrm rot="5400000">
              <a:off x="-879113" y="4155104"/>
              <a:ext cx="1517787" cy="906953"/>
              <a:chOff x="-55500" y="4835979"/>
              <a:chExt cx="1517787" cy="906953"/>
            </a:xfrm>
          </p:grpSpPr>
          <p:sp>
            <p:nvSpPr>
              <p:cNvPr id="1341" name="Google Shape;1341;p30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Google Shape;1342;p30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Google Shape;1343;p30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Google Shape;1344;p30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45" name="Google Shape;1345;p30"/>
            <p:cNvGrpSpPr/>
            <p:nvPr/>
          </p:nvGrpSpPr>
          <p:grpSpPr>
            <a:xfrm>
              <a:off x="-623241" y="3946426"/>
              <a:ext cx="2833357" cy="1421047"/>
              <a:chOff x="-677366" y="4067276"/>
              <a:chExt cx="2833357" cy="1421047"/>
            </a:xfrm>
          </p:grpSpPr>
          <p:sp>
            <p:nvSpPr>
              <p:cNvPr id="1346" name="Google Shape;1346;p30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47" name="Google Shape;1347;p30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348" name="Google Shape;1348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9" name="Google Shape;1349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350" name="Google Shape;1350;p30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1351" name="Google Shape;1351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2" name="Google Shape;1352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353" name="Google Shape;1353;p30"/>
            <p:cNvSpPr/>
            <p:nvPr/>
          </p:nvSpPr>
          <p:spPr>
            <a:xfrm rot="-5400000">
              <a:off x="289120" y="3696219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4" name="Google Shape;1354;p30"/>
          <p:cNvGrpSpPr/>
          <p:nvPr/>
        </p:nvGrpSpPr>
        <p:grpSpPr>
          <a:xfrm>
            <a:off x="6323925" y="-1678249"/>
            <a:ext cx="4189199" cy="3065874"/>
            <a:chOff x="6171525" y="-1678249"/>
            <a:chExt cx="4189199" cy="3065874"/>
          </a:xfrm>
        </p:grpSpPr>
        <p:sp>
          <p:nvSpPr>
            <p:cNvPr id="1355" name="Google Shape;1355;p30"/>
            <p:cNvSpPr/>
            <p:nvPr/>
          </p:nvSpPr>
          <p:spPr>
            <a:xfrm rot="-5400000">
              <a:off x="6808863" y="-808395"/>
              <a:ext cx="1558682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356" name="Google Shape;1356;p30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6587425" y="-1678249"/>
              <a:ext cx="3773299" cy="2879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7" name="Google Shape;1357;p30"/>
            <p:cNvSpPr/>
            <p:nvPr/>
          </p:nvSpPr>
          <p:spPr>
            <a:xfrm>
              <a:off x="8292929" y="-80469"/>
              <a:ext cx="904284" cy="86593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58" name="Google Shape;1358;p30"/>
            <p:cNvGrpSpPr/>
            <p:nvPr/>
          </p:nvGrpSpPr>
          <p:grpSpPr>
            <a:xfrm rot="-2700000">
              <a:off x="8302147" y="61289"/>
              <a:ext cx="582044" cy="582419"/>
              <a:chOff x="959750" y="3039275"/>
              <a:chExt cx="582050" cy="582425"/>
            </a:xfrm>
          </p:grpSpPr>
          <p:sp>
            <p:nvSpPr>
              <p:cNvPr id="1359" name="Google Shape;1359;p3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Google Shape;1360;p3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Google Shape;1361;p3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Google Shape;1362;p3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Google Shape;1363;p3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Google Shape;1364;p3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Google Shape;1365;p3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66" name="Google Shape;1366;p30"/>
            <p:cNvGrpSpPr/>
            <p:nvPr/>
          </p:nvGrpSpPr>
          <p:grpSpPr>
            <a:xfrm rot="-2700000">
              <a:off x="8551447" y="61289"/>
              <a:ext cx="582044" cy="582419"/>
              <a:chOff x="959750" y="3039275"/>
              <a:chExt cx="582050" cy="582425"/>
            </a:xfrm>
          </p:grpSpPr>
          <p:sp>
            <p:nvSpPr>
              <p:cNvPr id="1367" name="Google Shape;1367;p3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Google Shape;1368;p3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Google Shape;1369;p3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Google Shape;1370;p3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Google Shape;1371;p3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Google Shape;1372;p3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Google Shape;1373;p3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74" name="Google Shape;1374;p30"/>
          <p:cNvGrpSpPr/>
          <p:nvPr/>
        </p:nvGrpSpPr>
        <p:grpSpPr>
          <a:xfrm rot="2700000">
            <a:off x="8945322" y="2352177"/>
            <a:ext cx="439196" cy="439096"/>
            <a:chOff x="1101075" y="2142375"/>
            <a:chExt cx="439200" cy="439100"/>
          </a:xfrm>
        </p:grpSpPr>
        <p:sp>
          <p:nvSpPr>
            <p:cNvPr id="1375" name="Google Shape;1375;p30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30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bg>
      <p:bgPr>
        <a:solidFill>
          <a:schemeClr val="dk2"/>
        </a:solidFill>
        <a:effectLst/>
      </p:bgPr>
    </p:bg>
    <p:spTree>
      <p:nvGrpSpPr>
        <p:cNvPr id="1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8" name="Google Shape;1378;p31"/>
          <p:cNvGrpSpPr/>
          <p:nvPr/>
        </p:nvGrpSpPr>
        <p:grpSpPr>
          <a:xfrm>
            <a:off x="8332551" y="-7"/>
            <a:ext cx="2386151" cy="3293873"/>
            <a:chOff x="8256351" y="-7"/>
            <a:chExt cx="2386151" cy="3293873"/>
          </a:xfrm>
        </p:grpSpPr>
        <p:pic>
          <p:nvPicPr>
            <p:cNvPr id="1379" name="Google Shape;1379;p31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5400000">
              <a:off x="7886227" y="537590"/>
              <a:ext cx="3126400" cy="23861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80" name="Google Shape;1380;p31"/>
            <p:cNvGrpSpPr/>
            <p:nvPr/>
          </p:nvGrpSpPr>
          <p:grpSpPr>
            <a:xfrm rot="10800000">
              <a:off x="8452444" y="-7"/>
              <a:ext cx="325154" cy="1788670"/>
              <a:chOff x="8869019" y="-622132"/>
              <a:chExt cx="325154" cy="1788670"/>
            </a:xfrm>
          </p:grpSpPr>
          <p:sp>
            <p:nvSpPr>
              <p:cNvPr id="1381" name="Google Shape;1381;p31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82" name="Google Shape;1382;p31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1383" name="Google Shape;1383;p31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84" name="Google Shape;1384;p31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385" name="Google Shape;1385;p31"/>
          <p:cNvGrpSpPr/>
          <p:nvPr/>
        </p:nvGrpSpPr>
        <p:grpSpPr>
          <a:xfrm>
            <a:off x="-213525" y="171225"/>
            <a:ext cx="439200" cy="439100"/>
            <a:chOff x="1101075" y="2142375"/>
            <a:chExt cx="439200" cy="439100"/>
          </a:xfrm>
        </p:grpSpPr>
        <p:sp>
          <p:nvSpPr>
            <p:cNvPr id="1386" name="Google Shape;1386;p31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31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8" name="Google Shape;1388;p31"/>
          <p:cNvGrpSpPr/>
          <p:nvPr/>
        </p:nvGrpSpPr>
        <p:grpSpPr>
          <a:xfrm>
            <a:off x="-1262974" y="3161328"/>
            <a:ext cx="4822591" cy="2934500"/>
            <a:chOff x="-1186774" y="3161328"/>
            <a:chExt cx="4822591" cy="2934500"/>
          </a:xfrm>
        </p:grpSpPr>
        <p:pic>
          <p:nvPicPr>
            <p:cNvPr id="1389" name="Google Shape;1389;p31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5400000">
              <a:off x="-1534175" y="3508728"/>
              <a:ext cx="2934500" cy="2239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0" name="Google Shape;1390;p31"/>
            <p:cNvSpPr/>
            <p:nvPr/>
          </p:nvSpPr>
          <p:spPr>
            <a:xfrm rot="-5400000">
              <a:off x="-184180" y="3596444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91" name="Google Shape;1391;p31"/>
            <p:cNvGrpSpPr/>
            <p:nvPr/>
          </p:nvGrpSpPr>
          <p:grpSpPr>
            <a:xfrm>
              <a:off x="58899" y="4608583"/>
              <a:ext cx="604346" cy="657081"/>
              <a:chOff x="58899" y="4608583"/>
              <a:chExt cx="604346" cy="657081"/>
            </a:xfrm>
          </p:grpSpPr>
          <p:grpSp>
            <p:nvGrpSpPr>
              <p:cNvPr id="1392" name="Google Shape;1392;p31"/>
              <p:cNvGrpSpPr/>
              <p:nvPr/>
            </p:nvGrpSpPr>
            <p:grpSpPr>
              <a:xfrm rot="10800000">
                <a:off x="58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393" name="Google Shape;1393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4" name="Google Shape;1394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5" name="Google Shape;1395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6" name="Google Shape;1396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7" name="Google Shape;1397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8" name="Google Shape;1398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9" name="Google Shape;1399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00" name="Google Shape;1400;p31"/>
              <p:cNvGrpSpPr/>
              <p:nvPr/>
            </p:nvGrpSpPr>
            <p:grpSpPr>
              <a:xfrm rot="10800000">
                <a:off x="334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401" name="Google Shape;1401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2" name="Google Shape;1402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3" name="Google Shape;1403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4" name="Google Shape;1404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5" name="Google Shape;1405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6" name="Google Shape;1406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7" name="Google Shape;1407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08" name="Google Shape;1408;p31"/>
              <p:cNvGrpSpPr/>
              <p:nvPr/>
            </p:nvGrpSpPr>
            <p:grpSpPr>
              <a:xfrm rot="10800000">
                <a:off x="282574" y="4937133"/>
                <a:ext cx="328346" cy="328531"/>
                <a:chOff x="3678700" y="407275"/>
                <a:chExt cx="708100" cy="708500"/>
              </a:xfrm>
            </p:grpSpPr>
            <p:sp>
              <p:nvSpPr>
                <p:cNvPr id="1409" name="Google Shape;1409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0" name="Google Shape;1410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1" name="Google Shape;1411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2" name="Google Shape;1412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3" name="Google Shape;1413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4" name="Google Shape;1414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5" name="Google Shape;1415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416" name="Google Shape;1416;p31"/>
            <p:cNvGrpSpPr/>
            <p:nvPr/>
          </p:nvGrpSpPr>
          <p:grpSpPr>
            <a:xfrm>
              <a:off x="-923150" y="4796551"/>
              <a:ext cx="4558967" cy="134100"/>
              <a:chOff x="796100" y="3019701"/>
              <a:chExt cx="4558967" cy="134100"/>
            </a:xfrm>
          </p:grpSpPr>
          <p:sp>
            <p:nvSpPr>
              <p:cNvPr id="1417" name="Google Shape;1417;p31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418" name="Google Shape;1418;p31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419" name="Google Shape;1419;p31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0EA278-43EA-DF61-305D-E47AAEC107B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8232775" y="4927600"/>
            <a:ext cx="8763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Official Use Only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3" r:id="rId3"/>
    <p:sldLayoutId id="2147483658" r:id="rId4"/>
    <p:sldLayoutId id="2147483660" r:id="rId5"/>
    <p:sldLayoutId id="2147483676" r:id="rId6"/>
    <p:sldLayoutId id="2147483677" r:id="rId7"/>
  </p:sldLayoutIdLst>
  <p:hf sldNum="0"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" name="Google Shape;1430;p35"/>
          <p:cNvSpPr txBox="1">
            <a:spLocks noGrp="1"/>
          </p:cNvSpPr>
          <p:nvPr>
            <p:ph type="subTitle" idx="1"/>
          </p:nvPr>
        </p:nvSpPr>
        <p:spPr>
          <a:xfrm>
            <a:off x="1096850" y="3456250"/>
            <a:ext cx="48825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World Bank</a:t>
            </a:r>
            <a:endParaRPr dirty="0"/>
          </a:p>
        </p:txBody>
      </p:sp>
      <p:sp>
        <p:nvSpPr>
          <p:cNvPr id="1431" name="Google Shape;1431;p35"/>
          <p:cNvSpPr txBox="1">
            <a:spLocks noGrp="1"/>
          </p:cNvSpPr>
          <p:nvPr>
            <p:ph type="ctrTitle"/>
          </p:nvPr>
        </p:nvSpPr>
        <p:spPr>
          <a:xfrm>
            <a:off x="1096850" y="816324"/>
            <a:ext cx="6974700" cy="232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Airbnb Data Extraction and Automation Workshop</a:t>
            </a:r>
            <a:endParaRPr dirty="0">
              <a:solidFill>
                <a:schemeClr val="dk1"/>
              </a:solidFill>
            </a:endParaRPr>
          </a:p>
        </p:txBody>
      </p:sp>
      <p:grpSp>
        <p:nvGrpSpPr>
          <p:cNvPr id="1432" name="Google Shape;1432;p35"/>
          <p:cNvGrpSpPr/>
          <p:nvPr/>
        </p:nvGrpSpPr>
        <p:grpSpPr>
          <a:xfrm>
            <a:off x="1096850" y="3242811"/>
            <a:ext cx="3936683" cy="134070"/>
            <a:chOff x="1096850" y="3242811"/>
            <a:chExt cx="3936683" cy="134070"/>
          </a:xfrm>
        </p:grpSpPr>
        <p:cxnSp>
          <p:nvCxnSpPr>
            <p:cNvPr id="1433" name="Google Shape;1433;p35"/>
            <p:cNvCxnSpPr/>
            <p:nvPr/>
          </p:nvCxnSpPr>
          <p:spPr>
            <a:xfrm>
              <a:off x="1096850" y="3309850"/>
              <a:ext cx="38406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34" name="Google Shape;1434;p35"/>
            <p:cNvGrpSpPr/>
            <p:nvPr/>
          </p:nvGrpSpPr>
          <p:grpSpPr>
            <a:xfrm>
              <a:off x="4899464" y="3242811"/>
              <a:ext cx="134070" cy="134070"/>
              <a:chOff x="8382514" y="1084976"/>
              <a:chExt cx="265800" cy="265800"/>
            </a:xfrm>
          </p:grpSpPr>
          <p:sp>
            <p:nvSpPr>
              <p:cNvPr id="1435" name="Google Shape;1435;p35"/>
              <p:cNvSpPr/>
              <p:nvPr/>
            </p:nvSpPr>
            <p:spPr>
              <a:xfrm>
                <a:off x="8442213" y="1144734"/>
                <a:ext cx="146400" cy="1464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35"/>
              <p:cNvSpPr/>
              <p:nvPr/>
            </p:nvSpPr>
            <p:spPr>
              <a:xfrm>
                <a:off x="8382514" y="1084976"/>
                <a:ext cx="265800" cy="2658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37" name="Google Shape;1437;p35"/>
          <p:cNvGrpSpPr/>
          <p:nvPr/>
        </p:nvGrpSpPr>
        <p:grpSpPr>
          <a:xfrm>
            <a:off x="8017432" y="-313900"/>
            <a:ext cx="134070" cy="1891362"/>
            <a:chOff x="8017432" y="-313900"/>
            <a:chExt cx="134070" cy="1891362"/>
          </a:xfrm>
        </p:grpSpPr>
        <p:sp>
          <p:nvSpPr>
            <p:cNvPr id="1438" name="Google Shape;1438;p35"/>
            <p:cNvSpPr/>
            <p:nvPr/>
          </p:nvSpPr>
          <p:spPr>
            <a:xfrm rot="5400000">
              <a:off x="8017432" y="1443393"/>
              <a:ext cx="134070" cy="13407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439" name="Google Shape;1439;p35"/>
            <p:cNvCxnSpPr/>
            <p:nvPr/>
          </p:nvCxnSpPr>
          <p:spPr>
            <a:xfrm>
              <a:off x="8084450" y="-313900"/>
              <a:ext cx="0" cy="1795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40" name="Google Shape;1440;p35"/>
            <p:cNvSpPr/>
            <p:nvPr/>
          </p:nvSpPr>
          <p:spPr>
            <a:xfrm rot="5400000">
              <a:off x="8047515" y="1473505"/>
              <a:ext cx="73844" cy="73844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1" name="Google Shape;1441;p35"/>
          <p:cNvGrpSpPr/>
          <p:nvPr/>
        </p:nvGrpSpPr>
        <p:grpSpPr>
          <a:xfrm>
            <a:off x="6309526" y="957475"/>
            <a:ext cx="3504715" cy="5119205"/>
            <a:chOff x="6309526" y="836950"/>
            <a:chExt cx="3504715" cy="5119205"/>
          </a:xfrm>
        </p:grpSpPr>
        <p:sp>
          <p:nvSpPr>
            <p:cNvPr id="1442" name="Google Shape;1442;p35"/>
            <p:cNvSpPr/>
            <p:nvPr/>
          </p:nvSpPr>
          <p:spPr>
            <a:xfrm>
              <a:off x="6309526" y="836950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43" name="Google Shape;1443;p35"/>
            <p:cNvGrpSpPr/>
            <p:nvPr/>
          </p:nvGrpSpPr>
          <p:grpSpPr>
            <a:xfrm>
              <a:off x="7728436" y="3524084"/>
              <a:ext cx="134004" cy="134004"/>
              <a:chOff x="8356813" y="1074288"/>
              <a:chExt cx="351900" cy="351900"/>
            </a:xfrm>
          </p:grpSpPr>
          <p:sp>
            <p:nvSpPr>
              <p:cNvPr id="1444" name="Google Shape;1444;p35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35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6" name="Google Shape;1446;p35"/>
            <p:cNvGrpSpPr/>
            <p:nvPr/>
          </p:nvGrpSpPr>
          <p:grpSpPr>
            <a:xfrm>
              <a:off x="7344361" y="3150259"/>
              <a:ext cx="134004" cy="134004"/>
              <a:chOff x="8356813" y="1074288"/>
              <a:chExt cx="351900" cy="351900"/>
            </a:xfrm>
          </p:grpSpPr>
          <p:sp>
            <p:nvSpPr>
              <p:cNvPr id="1447" name="Google Shape;1447;p35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35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9" name="Google Shape;1449;p35"/>
            <p:cNvGrpSpPr/>
            <p:nvPr/>
          </p:nvGrpSpPr>
          <p:grpSpPr>
            <a:xfrm>
              <a:off x="8337811" y="2464059"/>
              <a:ext cx="134004" cy="134004"/>
              <a:chOff x="8356813" y="1074288"/>
              <a:chExt cx="351900" cy="351900"/>
            </a:xfrm>
          </p:grpSpPr>
          <p:sp>
            <p:nvSpPr>
              <p:cNvPr id="1450" name="Google Shape;1450;p35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Google Shape;1451;p35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52" name="Google Shape;1452;p35"/>
            <p:cNvSpPr/>
            <p:nvPr/>
          </p:nvSpPr>
          <p:spPr>
            <a:xfrm rot="5400000">
              <a:off x="7687039" y="1023058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6743C62-B7FD-2018-8E23-FC2A6C309352}"/>
              </a:ext>
            </a:extLst>
          </p:cNvPr>
          <p:cNvSpPr txBox="1"/>
          <p:nvPr/>
        </p:nvSpPr>
        <p:spPr>
          <a:xfrm>
            <a:off x="1102611" y="4452842"/>
            <a:ext cx="67835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Day 1 | Advanced Analytics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p3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Agenda</a:t>
            </a:r>
            <a:endParaRPr dirty="0"/>
          </a:p>
        </p:txBody>
      </p:sp>
      <p:sp>
        <p:nvSpPr>
          <p:cNvPr id="1458" name="Google Shape;1458;p36"/>
          <p:cNvSpPr txBox="1">
            <a:spLocks noGrp="1"/>
          </p:cNvSpPr>
          <p:nvPr>
            <p:ph type="body" idx="1"/>
          </p:nvPr>
        </p:nvSpPr>
        <p:spPr>
          <a:xfrm>
            <a:off x="720000" y="1139551"/>
            <a:ext cx="7704000" cy="4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</p:txBody>
      </p:sp>
      <p:graphicFrame>
        <p:nvGraphicFramePr>
          <p:cNvPr id="1459" name="Google Shape;1459;p36"/>
          <p:cNvGraphicFramePr/>
          <p:nvPr>
            <p:extLst>
              <p:ext uri="{D42A27DB-BD31-4B8C-83A1-F6EECF244321}">
                <p14:modId xmlns:p14="http://schemas.microsoft.com/office/powerpoint/2010/main" val="3300289789"/>
              </p:ext>
            </p:extLst>
          </p:nvPr>
        </p:nvGraphicFramePr>
        <p:xfrm>
          <a:off x="719999" y="1614825"/>
          <a:ext cx="7703999" cy="2290866"/>
        </p:xfrm>
        <a:graphic>
          <a:graphicData uri="http://schemas.openxmlformats.org/drawingml/2006/table">
            <a:tbl>
              <a:tblPr>
                <a:noFill/>
                <a:tableStyleId>{D3ADA68B-9DE3-4D22-A44F-E6205B1A7E7C}</a:tableStyleId>
              </a:tblPr>
              <a:tblGrid>
                <a:gridCol w="77039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959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Setup &amp; environment preparation</a:t>
                      </a:r>
                      <a:endParaRPr sz="900" b="1" dirty="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2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Airbnb grid-based data architecture and recursive tiling</a:t>
                      </a:r>
                      <a:endParaRPr sz="900" b="1" dirty="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59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Dynamic listing extraction</a:t>
                      </a:r>
                      <a:endParaRPr sz="900" b="1" dirty="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59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Pagination &amp; image handling</a:t>
                      </a:r>
                      <a:endParaRPr sz="900" b="1" dirty="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27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Google Maps + Lens integration</a:t>
                      </a:r>
                      <a:endParaRPr sz="900" b="1" dirty="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27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Graceful shutdowns &amp; resumable scraping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5" name="Google Shape;1545;p40"/>
          <p:cNvGrpSpPr/>
          <p:nvPr/>
        </p:nvGrpSpPr>
        <p:grpSpPr>
          <a:xfrm>
            <a:off x="-2765817" y="-2958610"/>
            <a:ext cx="8164418" cy="6343459"/>
            <a:chOff x="-2613417" y="-2806210"/>
            <a:chExt cx="8164418" cy="6343459"/>
          </a:xfrm>
        </p:grpSpPr>
        <p:grpSp>
          <p:nvGrpSpPr>
            <p:cNvPr id="1546" name="Google Shape;1546;p40"/>
            <p:cNvGrpSpPr/>
            <p:nvPr/>
          </p:nvGrpSpPr>
          <p:grpSpPr>
            <a:xfrm>
              <a:off x="-2613417" y="-2806210"/>
              <a:ext cx="8164418" cy="6343459"/>
              <a:chOff x="-2613417" y="-2806210"/>
              <a:chExt cx="8164418" cy="6343459"/>
            </a:xfrm>
          </p:grpSpPr>
          <p:grpSp>
            <p:nvGrpSpPr>
              <p:cNvPr id="1547" name="Google Shape;1547;p40"/>
              <p:cNvGrpSpPr/>
              <p:nvPr/>
            </p:nvGrpSpPr>
            <p:grpSpPr>
              <a:xfrm>
                <a:off x="-191059" y="95963"/>
                <a:ext cx="1538562" cy="971589"/>
                <a:chOff x="-191059" y="95963"/>
                <a:chExt cx="1538562" cy="971589"/>
              </a:xfrm>
            </p:grpSpPr>
            <p:grpSp>
              <p:nvGrpSpPr>
                <p:cNvPr id="1548" name="Google Shape;1548;p40"/>
                <p:cNvGrpSpPr/>
                <p:nvPr/>
              </p:nvGrpSpPr>
              <p:grpSpPr>
                <a:xfrm>
                  <a:off x="-191059" y="201619"/>
                  <a:ext cx="904284" cy="865933"/>
                  <a:chOff x="2038491" y="-937756"/>
                  <a:chExt cx="904284" cy="865933"/>
                </a:xfrm>
              </p:grpSpPr>
              <p:grpSp>
                <p:nvGrpSpPr>
                  <p:cNvPr id="1549" name="Google Shape;1549;p40"/>
                  <p:cNvGrpSpPr/>
                  <p:nvPr/>
                </p:nvGrpSpPr>
                <p:grpSpPr>
                  <a:xfrm>
                    <a:off x="2096570" y="-863491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1550" name="Google Shape;1550;p40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51" name="Google Shape;1551;p40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52" name="Google Shape;1552;p40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53" name="Google Shape;1553;p40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54" name="Google Shape;1554;p40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sp>
                <p:nvSpPr>
                  <p:cNvPr id="1555" name="Google Shape;1555;p40"/>
                  <p:cNvSpPr/>
                  <p:nvPr/>
                </p:nvSpPr>
                <p:spPr>
                  <a:xfrm>
                    <a:off x="2038491" y="-937756"/>
                    <a:ext cx="904284" cy="8659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902" h="35337" extrusionOk="0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0C0A9E">
                          <a:alpha val="20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556" name="Google Shape;1556;p40"/>
                <p:cNvGrpSpPr/>
                <p:nvPr/>
              </p:nvGrpSpPr>
              <p:grpSpPr>
                <a:xfrm>
                  <a:off x="584533" y="95963"/>
                  <a:ext cx="473483" cy="453403"/>
                  <a:chOff x="2038491" y="-937756"/>
                  <a:chExt cx="904284" cy="865933"/>
                </a:xfrm>
              </p:grpSpPr>
              <p:grpSp>
                <p:nvGrpSpPr>
                  <p:cNvPr id="1557" name="Google Shape;1557;p40"/>
                  <p:cNvGrpSpPr/>
                  <p:nvPr/>
                </p:nvGrpSpPr>
                <p:grpSpPr>
                  <a:xfrm>
                    <a:off x="2096570" y="-863491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1558" name="Google Shape;1558;p40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59" name="Google Shape;1559;p40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60" name="Google Shape;1560;p40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61" name="Google Shape;1561;p40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62" name="Google Shape;1562;p40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sp>
                <p:nvSpPr>
                  <p:cNvPr id="1563" name="Google Shape;1563;p40"/>
                  <p:cNvSpPr/>
                  <p:nvPr/>
                </p:nvSpPr>
                <p:spPr>
                  <a:xfrm>
                    <a:off x="2038491" y="-937756"/>
                    <a:ext cx="904284" cy="8659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902" h="35337" extrusionOk="0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0C0A9E">
                          <a:alpha val="20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564" name="Google Shape;1564;p40"/>
                <p:cNvGrpSpPr/>
                <p:nvPr/>
              </p:nvGrpSpPr>
              <p:grpSpPr>
                <a:xfrm>
                  <a:off x="530445" y="481913"/>
                  <a:ext cx="473483" cy="453403"/>
                  <a:chOff x="2038491" y="-937756"/>
                  <a:chExt cx="904284" cy="865933"/>
                </a:xfrm>
              </p:grpSpPr>
              <p:grpSp>
                <p:nvGrpSpPr>
                  <p:cNvPr id="1565" name="Google Shape;1565;p40"/>
                  <p:cNvGrpSpPr/>
                  <p:nvPr/>
                </p:nvGrpSpPr>
                <p:grpSpPr>
                  <a:xfrm>
                    <a:off x="2096570" y="-863491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1566" name="Google Shape;1566;p40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67" name="Google Shape;1567;p40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68" name="Google Shape;1568;p40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69" name="Google Shape;1569;p40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70" name="Google Shape;1570;p40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sp>
                <p:nvSpPr>
                  <p:cNvPr id="1571" name="Google Shape;1571;p40"/>
                  <p:cNvSpPr/>
                  <p:nvPr/>
                </p:nvSpPr>
                <p:spPr>
                  <a:xfrm>
                    <a:off x="2038491" y="-937756"/>
                    <a:ext cx="904284" cy="8659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902" h="35337" extrusionOk="0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0C0A9E">
                          <a:alpha val="20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572" name="Google Shape;1572;p40"/>
                <p:cNvGrpSpPr/>
                <p:nvPr/>
              </p:nvGrpSpPr>
              <p:grpSpPr>
                <a:xfrm>
                  <a:off x="874020" y="312788"/>
                  <a:ext cx="473483" cy="453403"/>
                  <a:chOff x="2038491" y="-937756"/>
                  <a:chExt cx="904284" cy="865933"/>
                </a:xfrm>
              </p:grpSpPr>
              <p:grpSp>
                <p:nvGrpSpPr>
                  <p:cNvPr id="1573" name="Google Shape;1573;p40"/>
                  <p:cNvGrpSpPr/>
                  <p:nvPr/>
                </p:nvGrpSpPr>
                <p:grpSpPr>
                  <a:xfrm>
                    <a:off x="2096570" y="-863491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1574" name="Google Shape;1574;p40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75" name="Google Shape;1575;p40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76" name="Google Shape;1576;p40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77" name="Google Shape;1577;p40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78" name="Google Shape;1578;p40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sp>
                <p:nvSpPr>
                  <p:cNvPr id="1579" name="Google Shape;1579;p40"/>
                  <p:cNvSpPr/>
                  <p:nvPr/>
                </p:nvSpPr>
                <p:spPr>
                  <a:xfrm>
                    <a:off x="2038491" y="-937756"/>
                    <a:ext cx="904284" cy="8659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902" h="35337" extrusionOk="0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0C0A9E">
                          <a:alpha val="20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1580" name="Google Shape;1580;p40"/>
              <p:cNvGrpSpPr/>
              <p:nvPr/>
            </p:nvGrpSpPr>
            <p:grpSpPr>
              <a:xfrm rot="-7479050">
                <a:off x="-2051246" y="-1642948"/>
                <a:ext cx="4889863" cy="3931229"/>
                <a:chOff x="7103825" y="-713112"/>
                <a:chExt cx="3785226" cy="3043150"/>
              </a:xfrm>
            </p:grpSpPr>
            <p:sp>
              <p:nvSpPr>
                <p:cNvPr id="1581" name="Google Shape;1581;p40"/>
                <p:cNvSpPr/>
                <p:nvPr/>
              </p:nvSpPr>
              <p:spPr>
                <a:xfrm rot="-3600017">
                  <a:off x="7761095" y="-21"/>
                  <a:ext cx="2152450" cy="18640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285" h="44413" extrusionOk="0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pic>
              <p:nvPicPr>
                <p:cNvPr id="1582" name="Google Shape;1582;p40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t="17657" b="17663"/>
                <a:stretch/>
              </p:blipFill>
              <p:spPr>
                <a:xfrm>
                  <a:off x="7103825" y="-713112"/>
                  <a:ext cx="3785226" cy="2888974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583" name="Google Shape;1583;p40"/>
              <p:cNvGrpSpPr/>
              <p:nvPr/>
            </p:nvGrpSpPr>
            <p:grpSpPr>
              <a:xfrm>
                <a:off x="-640220" y="-2653973"/>
                <a:ext cx="6191222" cy="6191222"/>
                <a:chOff x="-640220" y="-2502423"/>
                <a:chExt cx="6191222" cy="6191222"/>
              </a:xfrm>
            </p:grpSpPr>
            <p:sp>
              <p:nvSpPr>
                <p:cNvPr id="1584" name="Google Shape;1584;p40"/>
                <p:cNvSpPr/>
                <p:nvPr/>
              </p:nvSpPr>
              <p:spPr>
                <a:xfrm rot="-8100000">
                  <a:off x="452224" y="-1781500"/>
                  <a:ext cx="4006334" cy="4749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678" h="115794" extrusionOk="0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85" name="Google Shape;1585;p40"/>
                <p:cNvSpPr/>
                <p:nvPr/>
              </p:nvSpPr>
              <p:spPr>
                <a:xfrm rot="-8100000">
                  <a:off x="83608" y="-617740"/>
                  <a:ext cx="2925242" cy="30577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320" h="74550" extrusionOk="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586" name="Google Shape;1586;p40"/>
            <p:cNvGrpSpPr/>
            <p:nvPr/>
          </p:nvGrpSpPr>
          <p:grpSpPr>
            <a:xfrm>
              <a:off x="-12" y="-195650"/>
              <a:ext cx="439200" cy="439100"/>
              <a:chOff x="1101075" y="2142375"/>
              <a:chExt cx="439200" cy="439100"/>
            </a:xfrm>
          </p:grpSpPr>
          <p:sp>
            <p:nvSpPr>
              <p:cNvPr id="1587" name="Google Shape;1587;p40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8" name="Google Shape;1588;p40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589" name="Google Shape;1589;p40"/>
          <p:cNvGrpSpPr/>
          <p:nvPr/>
        </p:nvGrpSpPr>
        <p:grpSpPr>
          <a:xfrm>
            <a:off x="4605344" y="2412775"/>
            <a:ext cx="5765856" cy="4103650"/>
            <a:chOff x="4452944" y="2184175"/>
            <a:chExt cx="5765856" cy="4103650"/>
          </a:xfrm>
        </p:grpSpPr>
        <p:pic>
          <p:nvPicPr>
            <p:cNvPr id="1590" name="Google Shape;1590;p40"/>
            <p:cNvPicPr preferRelativeResize="0"/>
            <p:nvPr/>
          </p:nvPicPr>
          <p:blipFill rotWithShape="1">
            <a:blip r:embed="rId4">
              <a:alphaModFix/>
            </a:blip>
            <a:srcRect l="16960" t="24718" r="7121" b="26177"/>
            <a:stretch/>
          </p:blipFill>
          <p:spPr>
            <a:xfrm rot="-5400000" flipH="1">
              <a:off x="6600975" y="2670000"/>
              <a:ext cx="4103650" cy="31320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591" name="Google Shape;1591;p40"/>
            <p:cNvGrpSpPr/>
            <p:nvPr/>
          </p:nvGrpSpPr>
          <p:grpSpPr>
            <a:xfrm rot="-5400000" flipH="1">
              <a:off x="8074852" y="4089881"/>
              <a:ext cx="1478405" cy="1186772"/>
              <a:chOff x="7945225" y="4302000"/>
              <a:chExt cx="904666" cy="726121"/>
            </a:xfrm>
          </p:grpSpPr>
          <p:sp>
            <p:nvSpPr>
              <p:cNvPr id="1592" name="Google Shape;1592;p40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3" name="Google Shape;1593;p40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4" name="Google Shape;1594;p40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95" name="Google Shape;1595;p40"/>
            <p:cNvSpPr/>
            <p:nvPr/>
          </p:nvSpPr>
          <p:spPr>
            <a:xfrm rot="-5400000" flipH="1">
              <a:off x="5435889" y="1481375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96" name="Google Shape;1596;p40"/>
            <p:cNvGrpSpPr/>
            <p:nvPr/>
          </p:nvGrpSpPr>
          <p:grpSpPr>
            <a:xfrm rot="-5400000" flipH="1">
              <a:off x="7140078" y="3883230"/>
              <a:ext cx="134004" cy="134004"/>
              <a:chOff x="8356813" y="1074288"/>
              <a:chExt cx="351900" cy="351900"/>
            </a:xfrm>
          </p:grpSpPr>
          <p:sp>
            <p:nvSpPr>
              <p:cNvPr id="1597" name="Google Shape;1597;p40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8" name="Google Shape;1598;p40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99" name="Google Shape;1599;p40"/>
            <p:cNvGrpSpPr/>
            <p:nvPr/>
          </p:nvGrpSpPr>
          <p:grpSpPr>
            <a:xfrm rot="-5400000" flipH="1">
              <a:off x="6766253" y="3499155"/>
              <a:ext cx="134004" cy="134004"/>
              <a:chOff x="8356813" y="1074288"/>
              <a:chExt cx="351900" cy="351900"/>
            </a:xfrm>
          </p:grpSpPr>
          <p:sp>
            <p:nvSpPr>
              <p:cNvPr id="1600" name="Google Shape;1600;p40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1" name="Google Shape;1601;p40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02" name="Google Shape;1602;p40"/>
            <p:cNvSpPr/>
            <p:nvPr/>
          </p:nvSpPr>
          <p:spPr>
            <a:xfrm rot="5400000" flipH="1">
              <a:off x="6561314" y="2368138"/>
              <a:ext cx="1902692" cy="406951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40"/>
            <p:cNvSpPr/>
            <p:nvPr/>
          </p:nvSpPr>
          <p:spPr>
            <a:xfrm rot="5400000" flipH="1">
              <a:off x="6562398" y="2676948"/>
              <a:ext cx="1902692" cy="406951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04" name="Google Shape;1604;p40"/>
            <p:cNvGrpSpPr/>
            <p:nvPr/>
          </p:nvGrpSpPr>
          <p:grpSpPr>
            <a:xfrm rot="-5400000" flipH="1">
              <a:off x="7404606" y="3451356"/>
              <a:ext cx="582050" cy="582425"/>
              <a:chOff x="959750" y="3039275"/>
              <a:chExt cx="582050" cy="582425"/>
            </a:xfrm>
          </p:grpSpPr>
          <p:sp>
            <p:nvSpPr>
              <p:cNvPr id="1605" name="Google Shape;1605;p4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Google Shape;1606;p4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Google Shape;1607;p4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Google Shape;1608;p4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Google Shape;1609;p4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Google Shape;1610;p4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Google Shape;1611;p4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12" name="Google Shape;1612;p40"/>
            <p:cNvGrpSpPr/>
            <p:nvPr/>
          </p:nvGrpSpPr>
          <p:grpSpPr>
            <a:xfrm rot="-5400000" flipH="1">
              <a:off x="7237650" y="4201057"/>
              <a:ext cx="699928" cy="1651024"/>
              <a:chOff x="8337812" y="3492483"/>
              <a:chExt cx="699928" cy="1651024"/>
            </a:xfrm>
          </p:grpSpPr>
          <p:sp>
            <p:nvSpPr>
              <p:cNvPr id="1613" name="Google Shape;1613;p40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avLst/>
                <a:gdLst/>
                <a:ahLst/>
                <a:cxnLst/>
                <a:rect l="l" t="t" r="r" b="b"/>
                <a:pathLst>
                  <a:path w="11779" h="24714" extrusionOk="0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Google Shape;1614;p40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Google Shape;1615;p40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16" name="Google Shape;1616;p40"/>
            <p:cNvSpPr/>
            <p:nvPr/>
          </p:nvSpPr>
          <p:spPr>
            <a:xfrm rot="147769" flipH="1">
              <a:off x="7025973" y="4504982"/>
              <a:ext cx="454547" cy="449759"/>
            </a:xfrm>
            <a:custGeom>
              <a:avLst/>
              <a:gdLst/>
              <a:ahLst/>
              <a:cxnLst/>
              <a:rect l="l" t="t" r="r" b="b"/>
              <a:pathLst>
                <a:path w="36171" h="35790" extrusionOk="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40"/>
            <p:cNvSpPr/>
            <p:nvPr/>
          </p:nvSpPr>
          <p:spPr>
            <a:xfrm rot="147769" flipH="1">
              <a:off x="6785273" y="4569932"/>
              <a:ext cx="454547" cy="449759"/>
            </a:xfrm>
            <a:custGeom>
              <a:avLst/>
              <a:gdLst/>
              <a:ahLst/>
              <a:cxnLst/>
              <a:rect l="l" t="t" r="r" b="b"/>
              <a:pathLst>
                <a:path w="36171" h="35790" extrusionOk="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18" name="Google Shape;1618;p40"/>
            <p:cNvGrpSpPr/>
            <p:nvPr/>
          </p:nvGrpSpPr>
          <p:grpSpPr>
            <a:xfrm rot="-5400000" flipH="1">
              <a:off x="5819578" y="4727817"/>
              <a:ext cx="134004" cy="134004"/>
              <a:chOff x="8356813" y="1074288"/>
              <a:chExt cx="351900" cy="351900"/>
            </a:xfrm>
          </p:grpSpPr>
          <p:sp>
            <p:nvSpPr>
              <p:cNvPr id="1619" name="Google Shape;1619;p40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Google Shape;1620;p40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621" name="Google Shape;1621;p40"/>
          <p:cNvSpPr txBox="1">
            <a:spLocks noGrp="1"/>
          </p:cNvSpPr>
          <p:nvPr>
            <p:ph type="title"/>
          </p:nvPr>
        </p:nvSpPr>
        <p:spPr>
          <a:xfrm>
            <a:off x="704721" y="1017906"/>
            <a:ext cx="66912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WARNING!</a:t>
            </a:r>
            <a:endParaRPr dirty="0"/>
          </a:p>
        </p:txBody>
      </p:sp>
      <p:sp>
        <p:nvSpPr>
          <p:cNvPr id="1622" name="Google Shape;1622;p40"/>
          <p:cNvSpPr txBox="1">
            <a:spLocks noGrp="1"/>
          </p:cNvSpPr>
          <p:nvPr>
            <p:ph type="subTitle" idx="1"/>
          </p:nvPr>
        </p:nvSpPr>
        <p:spPr>
          <a:xfrm>
            <a:off x="713225" y="1837376"/>
            <a:ext cx="6691200" cy="147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“</a:t>
            </a:r>
            <a:r>
              <a:rPr lang="en-US" dirty="0"/>
              <a:t>Airbnb’s terms prohibit commercial scraping, so this is purely for educational and capacity building purposes</a:t>
            </a:r>
            <a:r>
              <a:rPr lang="en" dirty="0"/>
              <a:t>”</a:t>
            </a:r>
            <a:endParaRPr dirty="0"/>
          </a:p>
        </p:txBody>
      </p:sp>
      <p:grpSp>
        <p:nvGrpSpPr>
          <p:cNvPr id="1623" name="Google Shape;1623;p40"/>
          <p:cNvGrpSpPr/>
          <p:nvPr/>
        </p:nvGrpSpPr>
        <p:grpSpPr>
          <a:xfrm rot="-5400000" flipH="1">
            <a:off x="8904403" y="2929792"/>
            <a:ext cx="134004" cy="134004"/>
            <a:chOff x="8356813" y="1074288"/>
            <a:chExt cx="351900" cy="351900"/>
          </a:xfrm>
        </p:grpSpPr>
        <p:sp>
          <p:nvSpPr>
            <p:cNvPr id="1624" name="Google Shape;1624;p40"/>
            <p:cNvSpPr/>
            <p:nvPr/>
          </p:nvSpPr>
          <p:spPr>
            <a:xfrm>
              <a:off x="8356813" y="1074288"/>
              <a:ext cx="351900" cy="3519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1625;p40"/>
            <p:cNvSpPr/>
            <p:nvPr/>
          </p:nvSpPr>
          <p:spPr>
            <a:xfrm>
              <a:off x="8406497" y="1123972"/>
              <a:ext cx="252600" cy="252600"/>
            </a:xfrm>
            <a:prstGeom prst="ellipse">
              <a:avLst/>
            </a:pr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26" name="Google Shape;1626;p40"/>
          <p:cNvGrpSpPr/>
          <p:nvPr/>
        </p:nvGrpSpPr>
        <p:grpSpPr>
          <a:xfrm>
            <a:off x="784202" y="1486330"/>
            <a:ext cx="4558967" cy="134100"/>
            <a:chOff x="796100" y="3019701"/>
            <a:chExt cx="4558967" cy="134100"/>
          </a:xfrm>
        </p:grpSpPr>
        <p:sp>
          <p:nvSpPr>
            <p:cNvPr id="1627" name="Google Shape;1627;p40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628" name="Google Shape;1628;p40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629" name="Google Shape;1629;p40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FB6E9-F24C-0D2F-84B4-C9411B6A4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 link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9C3640-0354-7F3C-3ECB-96257BD8B0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000" dirty="0"/>
              <a:t>https://github.com/arindammisra/IndonesiaPoC</a:t>
            </a:r>
          </a:p>
        </p:txBody>
      </p:sp>
    </p:spTree>
    <p:extLst>
      <p:ext uri="{BB962C8B-B14F-4D97-AF65-F5344CB8AC3E}">
        <p14:creationId xmlns:p14="http://schemas.microsoft.com/office/powerpoint/2010/main" val="2286316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66B259A1-18B6-8168-2EED-2DB47F66A9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Python 3.x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Selenium + </a:t>
            </a:r>
            <a:r>
              <a:rPr lang="en-US" dirty="0" err="1"/>
              <a:t>ChromeDriver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Requests + </a:t>
            </a:r>
            <a:r>
              <a:rPr lang="en-US" dirty="0" err="1"/>
              <a:t>BeautifulSoup</a:t>
            </a:r>
            <a:r>
              <a:rPr lang="en-US" dirty="0"/>
              <a:t> + Regex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Pandas / NumPy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Webdriver</a:t>
            </a:r>
            <a:r>
              <a:rPr lang="en-US" dirty="0"/>
              <a:t>-manager for auto driver setup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PowerShell / Terminal for execution: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 of Selenium instead of requests to avoid blocking and capturing rendered content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139700" indent="0">
              <a:buNone/>
            </a:pPr>
            <a:r>
              <a:rPr lang="en-US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pip install selenium pandas </a:t>
            </a:r>
            <a:r>
              <a:rPr lang="en-US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numpy</a:t>
            </a:r>
            <a:r>
              <a:rPr lang="en-US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 requests </a:t>
            </a:r>
            <a:r>
              <a:rPr lang="en-US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webdriver</a:t>
            </a:r>
            <a:r>
              <a:rPr lang="en-US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-manager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pPr marL="13970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F266DF6-251C-8D36-8095-80589EB12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and Environment</a:t>
            </a:r>
          </a:p>
        </p:txBody>
      </p:sp>
    </p:spTree>
    <p:extLst>
      <p:ext uri="{BB962C8B-B14F-4D97-AF65-F5344CB8AC3E}">
        <p14:creationId xmlns:p14="http://schemas.microsoft.com/office/powerpoint/2010/main" val="31291357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F6F333F1-93BE-98CC-56B0-D3C4139289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Selenium + </a:t>
            </a:r>
            <a:r>
              <a:rPr lang="en-US" b="1" dirty="0" err="1"/>
              <a:t>ChromeDriver</a:t>
            </a:r>
            <a:endParaRPr lang="en-US" b="1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Automates browser actions (clicks, form filling, scrolling)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Used for scraping dynamic websites (JavaScript-loaded content)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err="1"/>
              <a:t>ChromeDriver</a:t>
            </a:r>
            <a:r>
              <a:rPr lang="en-US" dirty="0"/>
              <a:t> acts as the bridge between Selenium and Chrome browser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BeautifulSoup</a:t>
            </a:r>
            <a:endParaRPr lang="en-US" b="1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Parses and extracts data from static HTML pages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Lightweight and fast for structured HTML data extraction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Webdriver</a:t>
            </a:r>
            <a:r>
              <a:rPr lang="en-US" b="1" dirty="0"/>
              <a:t>-Manager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Automatically downloads &amp; manages browser drivers (like </a:t>
            </a:r>
            <a:r>
              <a:rPr lang="en-US" dirty="0" err="1"/>
              <a:t>ChromeDriver</a:t>
            </a:r>
            <a:r>
              <a:rPr lang="en-US" dirty="0"/>
              <a:t>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Eliminates manual setup hassles for Selenium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B5762C2-C3CA-7CEB-D676-5672DC916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and Environment</a:t>
            </a:r>
          </a:p>
        </p:txBody>
      </p:sp>
    </p:spTree>
    <p:extLst>
      <p:ext uri="{BB962C8B-B14F-4D97-AF65-F5344CB8AC3E}">
        <p14:creationId xmlns:p14="http://schemas.microsoft.com/office/powerpoint/2010/main" val="36967255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3F91345B-3E7A-EF1B-8B18-0A5FC8FCFA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425450" indent="-285750">
              <a:buFont typeface="Arial" panose="020B0604020202020204" pitchFamily="34" charset="0"/>
              <a:buChar char="•"/>
            </a:pPr>
            <a:r>
              <a:rPr lang="en-US" sz="2800" dirty="0"/>
              <a:t>First stage – Extract the listings</a:t>
            </a:r>
          </a:p>
          <a:p>
            <a:pPr marL="425450" indent="-285750">
              <a:buFont typeface="Arial" panose="020B0604020202020204" pitchFamily="34" charset="0"/>
              <a:buChar char="•"/>
            </a:pPr>
            <a:r>
              <a:rPr lang="en-US" sz="2800" dirty="0"/>
              <a:t>Second stage - Enrichment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1AE2221-6632-2650-8AB0-31B183EC3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Stage Approach</a:t>
            </a:r>
          </a:p>
        </p:txBody>
      </p:sp>
    </p:spTree>
    <p:extLst>
      <p:ext uri="{BB962C8B-B14F-4D97-AF65-F5344CB8AC3E}">
        <p14:creationId xmlns:p14="http://schemas.microsoft.com/office/powerpoint/2010/main" val="28396539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07DD6EC7-EF13-0554-7828-4143C4FFA3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 dirty="0"/>
              <a:t>https://www.airbnb.co.in/s/Sukawati-Bali-ID/homes?omni_page_id=36021&amp;map_toggle=true&amp;dynamic_product_ids%5B%5D=1451927421944172451&amp;room_types%5B%5D=Entire%20home%2Fapt&amp;checkin=2025-11-06&amp;checkout=2025-11-11&amp;date_picker_type=calendar&amp;place_id=ChIJoQ8Q6NNB0S0RkOYkS7EPkSQ&amp;guest_favorite=true&amp;refinement_paths%5B%5D=%2Fhomes&amp;flexible_trip_lengths%5B%5D=one_week&amp;monthly_start_date=2025-12-01&amp;monthly_length=3&amp;monthly_end_date=2026-03-01&amp;search_mode=regular_search&amp;price_filter_input_type=2&amp;price_filter_num_nights=5&amp;channel=EXPLORE&amp;selected_filter_order%5B%5D=room_types%3AEntire%20home%2Fapt&amp;selected_filter_order%5B%5D=guest_favorite%3Atrue&amp;ne_lat=-8.476627153321408&amp;ne_lng=115.28227877636652&amp;sw_lat=-8.585085777507018&amp;sw_lng=115.20886181395713&amp;zoom=12.637687468170414&amp;zoom_level=12.637687468170414&amp;search_by_map=true&amp;search_type=user_map_move&amp;query=Sukawati%20Bali%20I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C44AF0B-6128-2152-7898-AF867D616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Airbnb URL structure</a:t>
            </a:r>
          </a:p>
        </p:txBody>
      </p:sp>
    </p:spTree>
    <p:extLst>
      <p:ext uri="{BB962C8B-B14F-4D97-AF65-F5344CB8AC3E}">
        <p14:creationId xmlns:p14="http://schemas.microsoft.com/office/powerpoint/2010/main" val="35698654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04D06-2594-4422-F6D4-86AB449F9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69F865C5-84F7-5579-57F7-F175E3A7BE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 dirty="0"/>
              <a:t>https://www.airbnb.com/s/Bali/homes?flexible_trip_lengths%5B%5D=one_week&amp;monthly_start_date=2025-12-01&amp;monthly_length=3&amp;monthly_end_date=2026-02-01&amp;ne_lat=-8.528780842415433&amp;ne_lng=115.25013632031563&amp;sw_lat=-8.537853723685433&amp;sw_lng=115.24059924469563&amp;zoom=21.7895&amp;zoom_level=21.7895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6270BA5-EDCB-080E-1E25-41686A4D2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Airbnb URL structure</a:t>
            </a:r>
          </a:p>
        </p:txBody>
      </p:sp>
    </p:spTree>
    <p:extLst>
      <p:ext uri="{BB962C8B-B14F-4D97-AF65-F5344CB8AC3E}">
        <p14:creationId xmlns:p14="http://schemas.microsoft.com/office/powerpoint/2010/main" val="39307200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82D35E5-CA6B-BC07-75F9-ADDE6751C6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3100" y="1472502"/>
            <a:ext cx="4094427" cy="345570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Airbnb content is JavaScript-rendered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Listings load dynamically as you pan/zoom the map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Each map view bounded by: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err="1"/>
              <a:t>ne_lat</a:t>
            </a:r>
            <a:r>
              <a:rPr lang="en-US" dirty="0"/>
              <a:t>, </a:t>
            </a:r>
            <a:r>
              <a:rPr lang="en-US" dirty="0" err="1"/>
              <a:t>ne_lng</a:t>
            </a:r>
            <a:r>
              <a:rPr lang="en-US" dirty="0"/>
              <a:t> (North-East)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err="1"/>
              <a:t>sw_lat</a:t>
            </a:r>
            <a:r>
              <a:rPr lang="en-US" dirty="0"/>
              <a:t>, </a:t>
            </a:r>
            <a:r>
              <a:rPr lang="en-US" dirty="0" err="1"/>
              <a:t>sw_lng</a:t>
            </a:r>
            <a:r>
              <a:rPr lang="en-US" dirty="0"/>
              <a:t> (South-West)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URLs change when moving the map → these parameters drive our scraping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F871475-6732-86ED-5339-603CCA989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Airbnb’s Dynamic Structure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266C138-3E9F-628C-CAA0-FD4EC5080E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5231" y="1336963"/>
            <a:ext cx="3361512" cy="3361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0115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F6651-4962-979E-3C02-CB14F2F2A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CF608E27-B82D-92A7-5738-2FD2635983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Airbnb interprets these bounds to return listings inside the box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139700" indent="0">
              <a:buNone/>
            </a:pPr>
            <a:r>
              <a:rPr lang="en-US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url</a:t>
            </a:r>
            <a:r>
              <a:rPr lang="en-US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 = </a:t>
            </a:r>
            <a:r>
              <a:rPr lang="en-US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f"https</a:t>
            </a:r>
            <a:r>
              <a:rPr lang="en-US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://www.airbnb.com/s/Bali/homes?"</a:t>
            </a:r>
          </a:p>
          <a:p>
            <a:pPr marL="139700" indent="0">
              <a:buNone/>
            </a:pPr>
            <a:r>
              <a:rPr lang="en-US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url</a:t>
            </a:r>
            <a:r>
              <a:rPr lang="en-US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 += f"&amp;</a:t>
            </a:r>
            <a:r>
              <a:rPr lang="en-US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monthly_start_date</a:t>
            </a:r>
            <a:r>
              <a:rPr lang="en-US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={</a:t>
            </a:r>
            <a:r>
              <a:rPr lang="en-US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start_date</a:t>
            </a:r>
            <a:r>
              <a:rPr lang="en-US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}&amp;</a:t>
            </a:r>
            <a:r>
              <a:rPr lang="en-US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monthly_length</a:t>
            </a:r>
            <a:r>
              <a:rPr lang="en-US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={</a:t>
            </a:r>
            <a:r>
              <a:rPr lang="en-US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monthly_length</a:t>
            </a:r>
            <a:r>
              <a:rPr lang="en-US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}"</a:t>
            </a:r>
          </a:p>
          <a:p>
            <a:pPr marL="139700" indent="0">
              <a:buNone/>
            </a:pPr>
            <a:r>
              <a:rPr lang="en-US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url</a:t>
            </a:r>
            <a:r>
              <a:rPr lang="en-US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 += f"&amp;</a:t>
            </a:r>
            <a:r>
              <a:rPr lang="en-US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monthly_end_date</a:t>
            </a:r>
            <a:r>
              <a:rPr lang="en-US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={</a:t>
            </a:r>
            <a:r>
              <a:rPr lang="en-US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end_date</a:t>
            </a:r>
            <a:r>
              <a:rPr lang="en-US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}"</a:t>
            </a:r>
          </a:p>
          <a:p>
            <a:pPr marL="139700" indent="0">
              <a:buNone/>
            </a:pPr>
            <a:r>
              <a:rPr lang="en-US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url</a:t>
            </a:r>
            <a:r>
              <a:rPr lang="en-US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 += f"&amp;</a:t>
            </a:r>
            <a:r>
              <a:rPr lang="en-US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ne_lat</a:t>
            </a:r>
            <a:r>
              <a:rPr lang="en-US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={</a:t>
            </a:r>
            <a:r>
              <a:rPr lang="en-US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ne_lat_new</a:t>
            </a:r>
            <a:r>
              <a:rPr lang="en-US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}&amp;</a:t>
            </a:r>
            <a:r>
              <a:rPr lang="en-US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ne_lng</a:t>
            </a:r>
            <a:r>
              <a:rPr lang="en-US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={</a:t>
            </a:r>
            <a:r>
              <a:rPr lang="en-US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ne_lng_new</a:t>
            </a:r>
            <a:r>
              <a:rPr lang="en-US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}"</a:t>
            </a:r>
          </a:p>
          <a:p>
            <a:pPr marL="139700" indent="0">
              <a:buNone/>
            </a:pPr>
            <a:r>
              <a:rPr lang="en-US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url</a:t>
            </a:r>
            <a:r>
              <a:rPr lang="en-US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 += f"&amp;</a:t>
            </a:r>
            <a:r>
              <a:rPr lang="en-US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sw_lat</a:t>
            </a:r>
            <a:r>
              <a:rPr lang="en-US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={</a:t>
            </a:r>
            <a:r>
              <a:rPr lang="en-US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sw_lat_new</a:t>
            </a:r>
            <a:r>
              <a:rPr lang="en-US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}&amp;</a:t>
            </a:r>
            <a:r>
              <a:rPr lang="en-US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sw_lng</a:t>
            </a:r>
            <a:r>
              <a:rPr lang="en-US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={</a:t>
            </a:r>
            <a:r>
              <a:rPr lang="en-US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sw_lng_new</a:t>
            </a:r>
            <a:r>
              <a:rPr lang="en-US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}"</a:t>
            </a:r>
          </a:p>
          <a:p>
            <a:pPr marL="139700" indent="0">
              <a:buNone/>
            </a:pPr>
            <a:r>
              <a:rPr lang="en-US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url</a:t>
            </a:r>
            <a:r>
              <a:rPr lang="en-US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 += </a:t>
            </a:r>
            <a:r>
              <a:rPr lang="en-US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f"&amp;zoom</a:t>
            </a:r>
            <a:r>
              <a:rPr lang="en-US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={</a:t>
            </a:r>
            <a:r>
              <a:rPr lang="en-US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zoom_level</a:t>
            </a:r>
            <a:r>
              <a:rPr lang="en-US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}"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pPr marL="13970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37FBC12-7BA2-509C-6207-706214820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URL Generation Logic</a:t>
            </a:r>
          </a:p>
        </p:txBody>
      </p:sp>
    </p:spTree>
    <p:extLst>
      <p:ext uri="{BB962C8B-B14F-4D97-AF65-F5344CB8AC3E}">
        <p14:creationId xmlns:p14="http://schemas.microsoft.com/office/powerpoint/2010/main" val="39993889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A3ECB-5399-1E1F-1317-A95E85694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1001437D-CA8C-5BAD-F10A-E4D3FD08B8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Airbnb interprets these bounds to return listings inside the box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139700" indent="0">
              <a:buNone/>
            </a:pPr>
            <a:r>
              <a:rPr lang="en-US" sz="90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def </a:t>
            </a:r>
            <a:r>
              <a:rPr lang="en-US" sz="90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process_grid</a:t>
            </a:r>
            <a:r>
              <a:rPr lang="en-US" sz="90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(</a:t>
            </a:r>
            <a:r>
              <a:rPr lang="en-US" sz="90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sw_lat</a:t>
            </a:r>
            <a:r>
              <a:rPr lang="en-US" sz="90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, </a:t>
            </a:r>
            <a:r>
              <a:rPr lang="en-US" sz="90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sw_lng</a:t>
            </a:r>
            <a:r>
              <a:rPr lang="en-US" sz="90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, </a:t>
            </a:r>
            <a:r>
              <a:rPr lang="en-US" sz="90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ne_lat</a:t>
            </a:r>
            <a:r>
              <a:rPr lang="en-US" sz="90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, </a:t>
            </a:r>
            <a:r>
              <a:rPr lang="en-US" sz="90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ne_lng</a:t>
            </a:r>
            <a:r>
              <a:rPr lang="en-US" sz="90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, </a:t>
            </a:r>
            <a:r>
              <a:rPr lang="en-US" sz="90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lat_pitch</a:t>
            </a:r>
            <a:r>
              <a:rPr lang="en-US" sz="90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, </a:t>
            </a:r>
            <a:r>
              <a:rPr lang="en-US" sz="90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lng_pitch</a:t>
            </a:r>
            <a:r>
              <a:rPr lang="en-US" sz="90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):</a:t>
            </a:r>
          </a:p>
          <a:p>
            <a:pPr marL="139700" indent="0">
              <a:buNone/>
            </a:pPr>
            <a:r>
              <a:rPr lang="en-US" sz="90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    </a:t>
            </a:r>
            <a:r>
              <a:rPr lang="en-US" sz="90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driver.get</a:t>
            </a:r>
            <a:r>
              <a:rPr lang="en-US" sz="90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(</a:t>
            </a:r>
            <a:r>
              <a:rPr lang="en-US" sz="90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url</a:t>
            </a:r>
            <a:r>
              <a:rPr lang="en-US" sz="90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)</a:t>
            </a:r>
          </a:p>
          <a:p>
            <a:pPr marL="139700" indent="0">
              <a:buNone/>
            </a:pPr>
            <a:r>
              <a:rPr lang="en-US" sz="90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    html = </a:t>
            </a:r>
            <a:r>
              <a:rPr lang="en-US" sz="90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driver.page_source</a:t>
            </a:r>
            <a:endParaRPr lang="en-US" sz="900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marL="139700" indent="0">
              <a:buNone/>
            </a:pPr>
            <a:r>
              <a:rPr lang="en-US" sz="90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    match = </a:t>
            </a:r>
            <a:r>
              <a:rPr lang="en-US" sz="90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re.search</a:t>
            </a:r>
            <a:r>
              <a:rPr lang="en-US" sz="90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(r'(\d+)\</a:t>
            </a:r>
            <a:r>
              <a:rPr lang="en-US" sz="90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s+home</a:t>
            </a:r>
            <a:r>
              <a:rPr lang="en-US" sz="90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[s]?\</a:t>
            </a:r>
            <a:r>
              <a:rPr lang="en-US" sz="90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s+within</a:t>
            </a:r>
            <a:r>
              <a:rPr lang="en-US" sz="90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 map area', html)</a:t>
            </a:r>
          </a:p>
          <a:p>
            <a:pPr marL="139700" indent="0">
              <a:buNone/>
            </a:pPr>
            <a:r>
              <a:rPr lang="en-US" sz="90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    if match:</a:t>
            </a:r>
          </a:p>
          <a:p>
            <a:pPr marL="139700" indent="0">
              <a:buNone/>
            </a:pPr>
            <a:r>
              <a:rPr lang="en-US" sz="90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        count = int(</a:t>
            </a:r>
            <a:r>
              <a:rPr lang="en-US" sz="90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match.group</a:t>
            </a:r>
            <a:r>
              <a:rPr lang="en-US" sz="90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(1))</a:t>
            </a:r>
          </a:p>
          <a:p>
            <a:pPr marL="139700" indent="0">
              <a:buNone/>
            </a:pPr>
            <a:r>
              <a:rPr lang="en-US" sz="90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    if count &gt; 270:</a:t>
            </a:r>
          </a:p>
          <a:p>
            <a:pPr marL="139700" indent="0">
              <a:buNone/>
            </a:pPr>
            <a:r>
              <a:rPr lang="en-US" sz="90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        # subdivide into 4</a:t>
            </a:r>
          </a:p>
          <a:p>
            <a:pPr marL="139700" indent="0">
              <a:buNone/>
            </a:pPr>
            <a:r>
              <a:rPr lang="en-US" sz="90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        </a:t>
            </a:r>
            <a:r>
              <a:rPr lang="en-US" sz="90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new_lat_pitch</a:t>
            </a:r>
            <a:r>
              <a:rPr lang="en-US" sz="90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 = </a:t>
            </a:r>
            <a:r>
              <a:rPr lang="en-US" sz="90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lat_pitch</a:t>
            </a:r>
            <a:r>
              <a:rPr lang="en-US" sz="90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 / 2</a:t>
            </a:r>
          </a:p>
          <a:p>
            <a:pPr marL="139700" indent="0">
              <a:buNone/>
            </a:pPr>
            <a:r>
              <a:rPr lang="en-US" sz="90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        </a:t>
            </a:r>
            <a:r>
              <a:rPr lang="en-US" sz="90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new_lng_pitch</a:t>
            </a:r>
            <a:r>
              <a:rPr lang="en-US" sz="90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 = </a:t>
            </a:r>
            <a:r>
              <a:rPr lang="en-US" sz="90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lng_pitch</a:t>
            </a:r>
            <a:r>
              <a:rPr lang="en-US" sz="90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 / 2</a:t>
            </a:r>
          </a:p>
          <a:p>
            <a:pPr marL="139700" indent="0">
              <a:buNone/>
            </a:pPr>
            <a:r>
              <a:rPr lang="en-US" sz="90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        </a:t>
            </a:r>
            <a:r>
              <a:rPr lang="en-US" sz="90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mid_lat</a:t>
            </a:r>
            <a:r>
              <a:rPr lang="en-US" sz="90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 = (</a:t>
            </a:r>
            <a:r>
              <a:rPr lang="en-US" sz="90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sw_lat</a:t>
            </a:r>
            <a:r>
              <a:rPr lang="en-US" sz="90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 + </a:t>
            </a:r>
            <a:r>
              <a:rPr lang="en-US" sz="90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ne_lat</a:t>
            </a:r>
            <a:r>
              <a:rPr lang="en-US" sz="90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) / 2</a:t>
            </a:r>
          </a:p>
          <a:p>
            <a:pPr marL="139700" indent="0">
              <a:buNone/>
            </a:pPr>
            <a:r>
              <a:rPr lang="en-US" sz="90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        </a:t>
            </a:r>
            <a:r>
              <a:rPr lang="en-US" sz="90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mid_lng</a:t>
            </a:r>
            <a:r>
              <a:rPr lang="en-US" sz="90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 = (</a:t>
            </a:r>
            <a:r>
              <a:rPr lang="en-US" sz="90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sw_lng</a:t>
            </a:r>
            <a:r>
              <a:rPr lang="en-US" sz="90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 + </a:t>
            </a:r>
            <a:r>
              <a:rPr lang="en-US" sz="90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ne_lng</a:t>
            </a:r>
            <a:r>
              <a:rPr lang="en-US" sz="90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) / 2</a:t>
            </a:r>
          </a:p>
          <a:p>
            <a:pPr marL="139700" indent="0">
              <a:buNone/>
            </a:pPr>
            <a:r>
              <a:rPr lang="en-US" sz="90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        </a:t>
            </a:r>
            <a:r>
              <a:rPr lang="en-US" sz="90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subcells</a:t>
            </a:r>
            <a:r>
              <a:rPr lang="en-US" sz="90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 = [</a:t>
            </a:r>
          </a:p>
          <a:p>
            <a:pPr marL="139700" indent="0">
              <a:buNone/>
            </a:pPr>
            <a:r>
              <a:rPr lang="en-US" sz="90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            (</a:t>
            </a:r>
            <a:r>
              <a:rPr lang="en-US" sz="90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sw_lat</a:t>
            </a:r>
            <a:r>
              <a:rPr lang="en-US" sz="90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, </a:t>
            </a:r>
            <a:r>
              <a:rPr lang="en-US" sz="90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sw_lng</a:t>
            </a:r>
            <a:r>
              <a:rPr lang="en-US" sz="90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, </a:t>
            </a:r>
            <a:r>
              <a:rPr lang="en-US" sz="90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mid_lat</a:t>
            </a:r>
            <a:r>
              <a:rPr lang="en-US" sz="90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, </a:t>
            </a:r>
            <a:r>
              <a:rPr lang="en-US" sz="90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mid_lng</a:t>
            </a:r>
            <a:r>
              <a:rPr lang="en-US" sz="90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),</a:t>
            </a:r>
          </a:p>
          <a:p>
            <a:pPr marL="139700" indent="0">
              <a:buNone/>
            </a:pPr>
            <a:r>
              <a:rPr lang="en-US" sz="90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            (</a:t>
            </a:r>
            <a:r>
              <a:rPr lang="en-US" sz="90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sw_lat</a:t>
            </a:r>
            <a:r>
              <a:rPr lang="en-US" sz="90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, </a:t>
            </a:r>
            <a:r>
              <a:rPr lang="en-US" sz="90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mid_lng</a:t>
            </a:r>
            <a:r>
              <a:rPr lang="en-US" sz="90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, </a:t>
            </a:r>
            <a:r>
              <a:rPr lang="en-US" sz="90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mid_lat</a:t>
            </a:r>
            <a:r>
              <a:rPr lang="en-US" sz="90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, </a:t>
            </a:r>
            <a:r>
              <a:rPr lang="en-US" sz="90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ne_lng</a:t>
            </a:r>
            <a:r>
              <a:rPr lang="en-US" sz="90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),</a:t>
            </a:r>
          </a:p>
          <a:p>
            <a:pPr marL="139700" indent="0">
              <a:buNone/>
            </a:pPr>
            <a:r>
              <a:rPr lang="en-US" sz="90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            (</a:t>
            </a:r>
            <a:r>
              <a:rPr lang="en-US" sz="90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mid_lat</a:t>
            </a:r>
            <a:r>
              <a:rPr lang="en-US" sz="90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, </a:t>
            </a:r>
            <a:r>
              <a:rPr lang="en-US" sz="90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sw_lng</a:t>
            </a:r>
            <a:r>
              <a:rPr lang="en-US" sz="90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, </a:t>
            </a:r>
            <a:r>
              <a:rPr lang="en-US" sz="90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ne_lat</a:t>
            </a:r>
            <a:r>
              <a:rPr lang="en-US" sz="90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, </a:t>
            </a:r>
            <a:r>
              <a:rPr lang="en-US" sz="90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mid_lng</a:t>
            </a:r>
            <a:r>
              <a:rPr lang="en-US" sz="90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),</a:t>
            </a:r>
          </a:p>
          <a:p>
            <a:pPr marL="139700" indent="0">
              <a:buNone/>
            </a:pPr>
            <a:r>
              <a:rPr lang="en-US" sz="90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            (</a:t>
            </a:r>
            <a:r>
              <a:rPr lang="en-US" sz="90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mid_lat</a:t>
            </a:r>
            <a:r>
              <a:rPr lang="en-US" sz="90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, </a:t>
            </a:r>
            <a:r>
              <a:rPr lang="en-US" sz="90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mid_lng</a:t>
            </a:r>
            <a:r>
              <a:rPr lang="en-US" sz="90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, </a:t>
            </a:r>
            <a:r>
              <a:rPr lang="en-US" sz="90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ne_lat</a:t>
            </a:r>
            <a:r>
              <a:rPr lang="en-US" sz="90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, </a:t>
            </a:r>
            <a:r>
              <a:rPr lang="en-US" sz="90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ne_lng</a:t>
            </a:r>
            <a:r>
              <a:rPr lang="en-US" sz="90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)</a:t>
            </a:r>
          </a:p>
          <a:p>
            <a:pPr marL="139700" indent="0">
              <a:buNone/>
            </a:pPr>
            <a:r>
              <a:rPr lang="en-US" sz="90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        ]</a:t>
            </a:r>
          </a:p>
          <a:p>
            <a:pPr marL="139700" indent="0">
              <a:buNone/>
            </a:pPr>
            <a:r>
              <a:rPr lang="en-US" sz="90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        for cell in </a:t>
            </a:r>
            <a:r>
              <a:rPr lang="en-US" sz="90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subcells</a:t>
            </a:r>
            <a:r>
              <a:rPr lang="en-US" sz="90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:</a:t>
            </a:r>
          </a:p>
          <a:p>
            <a:pPr marL="139700" indent="0">
              <a:buNone/>
            </a:pPr>
            <a:r>
              <a:rPr lang="en-US" sz="90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            </a:t>
            </a:r>
            <a:r>
              <a:rPr lang="en-US" sz="90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process_grid</a:t>
            </a:r>
            <a:r>
              <a:rPr lang="en-US" sz="90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(*cell, </a:t>
            </a:r>
            <a:r>
              <a:rPr lang="en-US" sz="90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new_lat_pitch</a:t>
            </a:r>
            <a:r>
              <a:rPr lang="en-US" sz="90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, </a:t>
            </a:r>
            <a:r>
              <a:rPr lang="en-US" sz="90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new_lng_pitch</a:t>
            </a:r>
            <a:r>
              <a:rPr lang="en-US" sz="90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)</a:t>
            </a:r>
          </a:p>
          <a:p>
            <a:pPr marL="139700" indent="0">
              <a:buNone/>
            </a:pPr>
            <a:endParaRPr lang="en-US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pPr marL="13970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9C3F8AB-AA84-C25A-797B-C378F5ABD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Grid Function</a:t>
            </a:r>
          </a:p>
        </p:txBody>
      </p:sp>
    </p:spTree>
    <p:extLst>
      <p:ext uri="{BB962C8B-B14F-4D97-AF65-F5344CB8AC3E}">
        <p14:creationId xmlns:p14="http://schemas.microsoft.com/office/powerpoint/2010/main" val="19236905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7D773-409C-FC4F-5CCA-C9252227B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955F7B41-43A1-0FA2-7833-0E77B48FEC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Raster scanning across the region. Each loop tile acts like a recursive node</a:t>
            </a:r>
          </a:p>
          <a:p>
            <a:pPr marL="139700" indent="0">
              <a:buNone/>
            </a:pPr>
            <a:endParaRPr lang="en-US" sz="900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marL="139700" indent="0">
              <a:buNone/>
            </a:pP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latitudes = 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np.arange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(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sw_lat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, 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ne_lat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, 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lat_pitch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)</a:t>
            </a:r>
          </a:p>
          <a:p>
            <a:pPr marL="139700" indent="0">
              <a:buNone/>
            </a:pP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longitudes = 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np.arange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(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sw_lng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, 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ne_lng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, 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lng_pitch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)</a:t>
            </a:r>
          </a:p>
          <a:p>
            <a:pPr marL="139700" indent="0">
              <a:buNone/>
            </a:pPr>
            <a:endParaRPr lang="en-US" sz="1050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marL="139700" indent="0">
              <a:buNone/>
            </a:pP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for 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lat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 in latitudes:</a:t>
            </a:r>
          </a:p>
          <a:p>
            <a:pPr marL="139700" indent="0">
              <a:buNone/>
            </a:pP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    for 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lng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 in longitudes:</a:t>
            </a:r>
          </a:p>
          <a:p>
            <a:pPr marL="139700" indent="0">
              <a:buNone/>
            </a:pP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        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process_grid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(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lat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, 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lng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, 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lat+lat_pitch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, 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lng+lng_pitch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, 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lat_pitch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, 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lng_pitch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)</a:t>
            </a:r>
          </a:p>
          <a:p>
            <a:pPr marL="139700" indent="0">
              <a:buNone/>
            </a:pPr>
            <a:endParaRPr lang="en-US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marL="139700" indent="0">
              <a:buNone/>
            </a:pPr>
            <a:endParaRPr lang="en-US" dirty="0"/>
          </a:p>
          <a:p>
            <a:pPr marL="13970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0F76087-AD09-775C-B587-78C4335ED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Looping Through Grid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6947801B-DE53-8A86-6394-351E754C759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99112762"/>
              </p:ext>
            </p:extLst>
          </p:nvPr>
        </p:nvGraphicFramePr>
        <p:xfrm>
          <a:off x="1454728" y="1468005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948476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D5599-CCA6-151A-7462-3BED15FCA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B9078577-3ED9-2B3A-A290-878EBFFCC7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Controlled subdivision prevents overload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Reuse </a:t>
            </a:r>
            <a:r>
              <a:rPr lang="en-US" dirty="0" err="1"/>
              <a:t>ChromeDriver</a:t>
            </a:r>
            <a:r>
              <a:rPr lang="en-US" dirty="0"/>
              <a:t> across calls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Sleep intervals allow JS to render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KeyboardInterrupt</a:t>
            </a:r>
            <a:r>
              <a:rPr lang="en-US" dirty="0"/>
              <a:t> captured for safe exit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139700" indent="0">
              <a:buNone/>
            </a:pP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try:</a:t>
            </a:r>
          </a:p>
          <a:p>
            <a:pPr marL="139700" indent="0">
              <a:buNone/>
            </a:pP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    # main loop</a:t>
            </a:r>
          </a:p>
          <a:p>
            <a:pPr marL="139700" indent="0">
              <a:buNone/>
            </a:pP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except 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KeyboardInterrupt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:</a:t>
            </a:r>
          </a:p>
          <a:p>
            <a:pPr marL="139700" indent="0">
              <a:buNone/>
            </a:pP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    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driver.quit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()</a:t>
            </a:r>
          </a:p>
          <a:p>
            <a:pPr marL="139700" indent="0">
              <a:buNone/>
            </a:pPr>
            <a:endParaRPr lang="en-US" sz="900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marL="139700" indent="0">
              <a:buNone/>
            </a:pPr>
            <a:endParaRPr lang="en-US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pPr marL="13970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5969DED-636D-48CD-973C-95E00D8A8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Handling Large Areas and Performance</a:t>
            </a:r>
          </a:p>
        </p:txBody>
      </p:sp>
    </p:spTree>
    <p:extLst>
      <p:ext uri="{BB962C8B-B14F-4D97-AF65-F5344CB8AC3E}">
        <p14:creationId xmlns:p14="http://schemas.microsoft.com/office/powerpoint/2010/main" val="5700112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8018B-C58E-7195-F9F1-BC42EC0C9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41D69D5F-34C5-5C68-D79C-BDC8A9757D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Selenium Setup and </a:t>
            </a:r>
            <a:r>
              <a:rPr lang="en-US" dirty="0" err="1"/>
              <a:t>ChromeDriver</a:t>
            </a:r>
            <a:r>
              <a:rPr lang="en-US" dirty="0"/>
              <a:t> Initialization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139700" indent="0">
              <a:buNone/>
            </a:pP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from selenium import 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webdriver</a:t>
            </a:r>
            <a:endParaRPr lang="en-US" sz="1050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marL="139700" indent="0">
              <a:buNone/>
            </a:pP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from 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selenium.webdriver.chrome.service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 import Service</a:t>
            </a:r>
          </a:p>
          <a:p>
            <a:pPr marL="139700" indent="0">
              <a:buNone/>
            </a:pP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from 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webdriver_manager.chrome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 import 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ChromeDriverManager</a:t>
            </a:r>
            <a:endParaRPr lang="en-US" sz="1050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marL="139700" indent="0">
              <a:buNone/>
            </a:pPr>
            <a:endParaRPr lang="en-US" sz="1050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marL="139700" indent="0">
              <a:buNone/>
            </a:pP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driver = 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webdriver.Chrome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(service=Service(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ChromeDriverManager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().install()))</a:t>
            </a:r>
          </a:p>
          <a:p>
            <a:pPr marL="139700" indent="0">
              <a:buNone/>
            </a:pP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driver.maximize_window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()</a:t>
            </a:r>
          </a:p>
          <a:p>
            <a:pPr marL="139700" indent="0">
              <a:buNone/>
            </a:pPr>
            <a:endParaRPr lang="en-US" sz="900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marL="139700" indent="0">
              <a:buNone/>
            </a:pPr>
            <a:endParaRPr lang="en-US" sz="900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marL="139700" indent="0">
              <a:buNone/>
            </a:pPr>
            <a:endParaRPr lang="en-US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pPr marL="13970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9B540C1-AFE5-7114-CE17-2A3AC7D7E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Scraping with Selenium, XPath, and Pagination</a:t>
            </a:r>
          </a:p>
        </p:txBody>
      </p:sp>
    </p:spTree>
    <p:extLst>
      <p:ext uri="{BB962C8B-B14F-4D97-AF65-F5344CB8AC3E}">
        <p14:creationId xmlns:p14="http://schemas.microsoft.com/office/powerpoint/2010/main" val="25184336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93940-842F-1B6A-4D60-6A2ADE173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819AABBC-BCD5-70EF-E0AF-DF14C2020D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Airbnb uses lazy-loading; content appears after scripts execute.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Waits ensure full Document Object Model availability before locating elements.</a:t>
            </a:r>
          </a:p>
          <a:p>
            <a:pPr marL="139700" indent="0">
              <a:buNone/>
            </a:pPr>
            <a:endParaRPr lang="en-US" sz="1050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marL="139700" indent="0">
              <a:buNone/>
            </a:pP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from selenium.webdriver.common.by import By</a:t>
            </a:r>
          </a:p>
          <a:p>
            <a:pPr marL="139700" indent="0">
              <a:buNone/>
            </a:pP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import time</a:t>
            </a:r>
          </a:p>
          <a:p>
            <a:pPr marL="139700" indent="0">
              <a:buNone/>
            </a:pPr>
            <a:endParaRPr lang="en-US" sz="1050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marL="139700" indent="0">
              <a:buNone/>
            </a:pP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driver.get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(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url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)</a:t>
            </a:r>
          </a:p>
          <a:p>
            <a:pPr marL="139700" indent="0">
              <a:buNone/>
            </a:pP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time.sleep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(5)  # allow dynamic elements to load</a:t>
            </a:r>
          </a:p>
          <a:p>
            <a:pPr marL="139700" indent="0">
              <a:buNone/>
            </a:pPr>
            <a:endParaRPr lang="en-US" sz="900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marL="139700" indent="0">
              <a:buNone/>
            </a:pPr>
            <a:endParaRPr lang="en-US" sz="900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marL="139700" indent="0">
              <a:buNone/>
            </a:pPr>
            <a:endParaRPr lang="en-US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pPr marL="13970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1876352-9C55-5F07-D1CE-400C15894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Waiting for JavaScript-Rendered Content</a:t>
            </a:r>
          </a:p>
        </p:txBody>
      </p:sp>
    </p:spTree>
    <p:extLst>
      <p:ext uri="{BB962C8B-B14F-4D97-AF65-F5344CB8AC3E}">
        <p14:creationId xmlns:p14="http://schemas.microsoft.com/office/powerpoint/2010/main" val="21661330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36340-E1A8-3D53-A99B-526AE6237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E67CE4B1-5BE3-239D-9804-A08E7592248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each listing card is wrapped in a div[itemprop=</a:t>
            </a:r>
            <a:r>
              <a:rPr lang="en-US" dirty="0" err="1"/>
              <a:t>itemListElement</a:t>
            </a:r>
            <a:r>
              <a:rPr lang="en-US" dirty="0"/>
              <a:t>]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find_elements</a:t>
            </a:r>
            <a:r>
              <a:rPr lang="en-US" dirty="0"/>
              <a:t> returns a list of web elements — iterated for extraction</a:t>
            </a:r>
          </a:p>
          <a:p>
            <a:pPr marL="139700" indent="0">
              <a:buNone/>
            </a:pPr>
            <a:endParaRPr lang="en-US" sz="1050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marL="139700" indent="0">
              <a:buNone/>
            </a:pP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listings = 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driver.find_elements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(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By.XPATH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, "//div[@itemprop='itemListElement']")</a:t>
            </a:r>
          </a:p>
          <a:p>
            <a:pPr marL="139700" indent="0">
              <a:buNone/>
            </a:pP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print(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f"Found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 {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len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(listings)} listings.")</a:t>
            </a:r>
          </a:p>
          <a:p>
            <a:pPr marL="139700" indent="0">
              <a:buNone/>
            </a:pPr>
            <a:endParaRPr lang="en-US" sz="900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marL="139700" indent="0">
              <a:buNone/>
            </a:pPr>
            <a:endParaRPr lang="en-US" sz="900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marL="139700" indent="0">
              <a:buNone/>
            </a:pPr>
            <a:endParaRPr lang="en-US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pPr marL="13970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DB9FEFB-71D0-1024-C38E-8B9A63C1D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Locating Listing Cards with XPath</a:t>
            </a:r>
          </a:p>
        </p:txBody>
      </p:sp>
    </p:spTree>
    <p:extLst>
      <p:ext uri="{BB962C8B-B14F-4D97-AF65-F5344CB8AC3E}">
        <p14:creationId xmlns:p14="http://schemas.microsoft.com/office/powerpoint/2010/main" val="5527827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C88B1-6196-B858-AB11-7F8FF0495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6FAD646F-7EB7-082C-19B3-1B618AC574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Airbnb uses localized currency text (“Rp” for Indonesian rupiah)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.text and .</a:t>
            </a:r>
            <a:r>
              <a:rPr lang="en-US" dirty="0" err="1"/>
              <a:t>get_attribute</a:t>
            </a:r>
            <a:r>
              <a:rPr lang="en-US" dirty="0"/>
              <a:t>() differ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“.” in XPath means relative search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050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marL="139700" indent="0">
              <a:buNone/>
            </a:pP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name = 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listing.find_element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(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By.XPATH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, ".//div[@data-testid='listing-card-title']").text</a:t>
            </a:r>
          </a:p>
          <a:p>
            <a:pPr marL="139700" indent="0">
              <a:buNone/>
            </a:pP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price = 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listing.find_element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(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By.XPATH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, ".//span[contains(text(), 'Rp')]").text</a:t>
            </a:r>
          </a:p>
          <a:p>
            <a:pPr marL="139700" indent="0">
              <a:buNone/>
            </a:pP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url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 = 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listing.find_element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(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By.TAG_NAME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, 'a').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get_attribute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('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href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')</a:t>
            </a:r>
          </a:p>
          <a:p>
            <a:pPr marL="139700" indent="0">
              <a:buNone/>
            </a:pP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img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 = 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listing.find_element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(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By.XPATH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, ".//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img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[@aria-hidden='true']").get_attribute('src’)</a:t>
            </a:r>
          </a:p>
          <a:p>
            <a:pPr marL="139700" indent="0">
              <a:buNone/>
            </a:pPr>
            <a:endParaRPr lang="en-US" sz="1050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marL="139700" indent="0">
              <a:buNone/>
            </a:pPr>
            <a:r>
              <a:rPr lang="en-US" sz="90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For Example                                     for listing in listings:</a:t>
            </a:r>
          </a:p>
          <a:p>
            <a:pPr marL="139700" indent="0">
              <a:buNone/>
            </a:pPr>
            <a:r>
              <a:rPr lang="en-US" sz="90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    				title = </a:t>
            </a:r>
            <a:r>
              <a:rPr lang="en-US" sz="90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listing.find_element</a:t>
            </a:r>
            <a:r>
              <a:rPr lang="en-US" sz="90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(</a:t>
            </a:r>
            <a:r>
              <a:rPr lang="en-US" sz="90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By.XPATH</a:t>
            </a:r>
            <a:r>
              <a:rPr lang="en-US" sz="90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, “.//h2").text</a:t>
            </a:r>
          </a:p>
          <a:p>
            <a:pPr marL="139700" indent="0">
              <a:buNone/>
            </a:pPr>
            <a:r>
              <a:rPr lang="en-US" sz="90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&lt;div class="listing"&gt;</a:t>
            </a:r>
          </a:p>
          <a:p>
            <a:pPr marL="139700" indent="0">
              <a:buNone/>
            </a:pPr>
            <a:r>
              <a:rPr lang="en-US" sz="90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    &lt;h2 class="title"&gt;Cozy Apartment&lt;/h2&gt;</a:t>
            </a:r>
          </a:p>
          <a:p>
            <a:pPr marL="139700" indent="0">
              <a:buNone/>
            </a:pPr>
            <a:r>
              <a:rPr lang="en-US" sz="90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    &lt;span class="price"&gt;Rp 500.000&lt;/span&gt;</a:t>
            </a:r>
          </a:p>
          <a:p>
            <a:pPr marL="139700" indent="0">
              <a:buNone/>
            </a:pPr>
            <a:r>
              <a:rPr lang="en-US" sz="90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&lt;/div&gt;</a:t>
            </a:r>
          </a:p>
          <a:p>
            <a:pPr marL="139700" indent="0">
              <a:buNone/>
            </a:pPr>
            <a:endParaRPr lang="en-US" sz="900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marL="139700" indent="0">
              <a:buNone/>
            </a:pPr>
            <a:r>
              <a:rPr lang="en-US" sz="90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&lt;div class="listing"&gt;</a:t>
            </a:r>
          </a:p>
          <a:p>
            <a:pPr marL="139700" indent="0">
              <a:buNone/>
            </a:pPr>
            <a:r>
              <a:rPr lang="en-US" sz="90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    &lt;h2 class="title"&gt;Luxury Villa&lt;/h2&gt;</a:t>
            </a:r>
          </a:p>
          <a:p>
            <a:pPr marL="139700" indent="0">
              <a:buNone/>
            </a:pPr>
            <a:r>
              <a:rPr lang="en-US" sz="90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    &lt;span class="price"&gt;Rp 2.000.000&lt;/span&gt;</a:t>
            </a:r>
          </a:p>
          <a:p>
            <a:pPr marL="139700" indent="0">
              <a:buNone/>
            </a:pPr>
            <a:r>
              <a:rPr lang="en-US" sz="90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&lt;/div&gt;</a:t>
            </a:r>
          </a:p>
          <a:p>
            <a:pPr marL="139700" indent="0">
              <a:buNone/>
            </a:pPr>
            <a:endParaRPr lang="en-US" sz="900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marL="139700" indent="0">
              <a:buNone/>
            </a:pPr>
            <a:endParaRPr lang="en-US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pPr marL="13970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34595E1-DBA4-4772-D170-C1F03A796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Extracting Data Elements</a:t>
            </a:r>
          </a:p>
        </p:txBody>
      </p:sp>
    </p:spTree>
    <p:extLst>
      <p:ext uri="{BB962C8B-B14F-4D97-AF65-F5344CB8AC3E}">
        <p14:creationId xmlns:p14="http://schemas.microsoft.com/office/powerpoint/2010/main" val="20782969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1A90D-597B-1AEE-C57B-FCF668E6C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10E4DB99-0BDB-C7B9-4EC9-636C42B43E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Airbnb concatenates rating + review count in one string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string manipulation cleans the numeric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exceptions — try/except protect continuity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050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marL="139700" indent="0">
              <a:buNone/>
            </a:pP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rating_el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 = 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listing.find_element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(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By.XPATH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, ".//span[contains(text(), 'out of 5 average rating')]")</a:t>
            </a:r>
          </a:p>
          <a:p>
            <a:pPr marL="139700" indent="0">
              <a:buNone/>
            </a:pP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rating_text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 = 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rating_el.text.strip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()</a:t>
            </a:r>
          </a:p>
          <a:p>
            <a:pPr marL="139700" indent="0">
              <a:buNone/>
            </a:pP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rating = 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rating_text.split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(' out of ')[0]</a:t>
            </a:r>
          </a:p>
          <a:p>
            <a:pPr marL="139700" indent="0">
              <a:buNone/>
            </a:pP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reviews = 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rating_text.split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('reviews')[0].split(',')[-1].strip()</a:t>
            </a:r>
          </a:p>
          <a:p>
            <a:pPr marL="139700" indent="0">
              <a:buNone/>
            </a:pPr>
            <a:endParaRPr lang="en-US" sz="1050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marL="139700" indent="0">
              <a:buNone/>
            </a:pPr>
            <a:endParaRPr lang="en-US" sz="1050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marL="139700" indent="0">
              <a:buNone/>
            </a:pPr>
            <a:endParaRPr lang="en-US" sz="900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marL="139700" indent="0">
              <a:buNone/>
            </a:pPr>
            <a:endParaRPr lang="en-US" sz="900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marL="139700" indent="0">
              <a:buNone/>
            </a:pPr>
            <a:endParaRPr lang="en-US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pPr marL="13970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5836663-A556-34C7-9063-0256DB96A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Extracting Rating and Reviews</a:t>
            </a:r>
          </a:p>
        </p:txBody>
      </p:sp>
    </p:spTree>
    <p:extLst>
      <p:ext uri="{BB962C8B-B14F-4D97-AF65-F5344CB8AC3E}">
        <p14:creationId xmlns:p14="http://schemas.microsoft.com/office/powerpoint/2010/main" val="36316810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F12C1-806D-6D3F-A8C6-0E8B0DCEC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A316F54F-3800-F4A9-5AFD-51C68CD67B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Uses requests library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SSL disabled for speed – displays warning, but no confidential data involved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Name ensures traceability to listing ID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050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marL="139700" indent="0">
              <a:buNone/>
            </a:pP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def 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download_image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(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image_url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, 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listing_id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):</a:t>
            </a:r>
          </a:p>
          <a:p>
            <a:pPr marL="139700" indent="0">
              <a:buNone/>
            </a:pP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    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os.makedirs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("Airbnb", 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exist_ok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=True)</a:t>
            </a:r>
          </a:p>
          <a:p>
            <a:pPr marL="139700" indent="0">
              <a:buNone/>
            </a:pP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    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img_data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 = 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requests.get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(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image_url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, verify=False).content</a:t>
            </a:r>
          </a:p>
          <a:p>
            <a:pPr marL="139700" indent="0">
              <a:buNone/>
            </a:pP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    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image_path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 = 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f"Airbnb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/Property{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listing_id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}.jpeg"</a:t>
            </a:r>
          </a:p>
          <a:p>
            <a:pPr marL="139700" indent="0">
              <a:buNone/>
            </a:pP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    with open(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image_path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, "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wb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") as f:</a:t>
            </a:r>
          </a:p>
          <a:p>
            <a:pPr marL="139700" indent="0">
              <a:buNone/>
            </a:pP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        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f.write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(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img_data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)</a:t>
            </a:r>
          </a:p>
          <a:p>
            <a:pPr marL="139700" indent="0">
              <a:buNone/>
            </a:pP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    return 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image_path</a:t>
            </a:r>
            <a:endParaRPr lang="en-US" sz="1050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marL="139700" indent="0">
              <a:buNone/>
            </a:pPr>
            <a:endParaRPr lang="en-US" sz="1050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marL="139700" indent="0">
              <a:buNone/>
            </a:pPr>
            <a:endParaRPr lang="en-US" sz="1050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marL="139700" indent="0">
              <a:buNone/>
            </a:pPr>
            <a:endParaRPr lang="en-US" sz="900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marL="139700" indent="0">
              <a:buNone/>
            </a:pPr>
            <a:endParaRPr lang="en-US" sz="900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marL="139700" indent="0">
              <a:buNone/>
            </a:pPr>
            <a:endParaRPr lang="en-US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pPr marL="13970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4706ED7-519C-CC2F-306E-03A31B1B7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Download Function</a:t>
            </a:r>
          </a:p>
        </p:txBody>
      </p:sp>
    </p:spTree>
    <p:extLst>
      <p:ext uri="{BB962C8B-B14F-4D97-AF65-F5344CB8AC3E}">
        <p14:creationId xmlns:p14="http://schemas.microsoft.com/office/powerpoint/2010/main" val="8612855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A27A2-9CEB-ACF4-055A-780E0AF27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BA012F6E-BA39-06A5-8481-09A04455F4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Airbnb’s “Next” pagination — identified via aria-label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Loop terminates when the button is missing or number of listings reached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Extract → Find Next → If URL exists and number of pages not reached→ Load next page → Extract again → Repeat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050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marL="139700" indent="0">
              <a:buNone/>
            </a:pP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while 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current_page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 &lt; 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num_pages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:</a:t>
            </a:r>
          </a:p>
          <a:p>
            <a:pPr marL="139700" indent="0">
              <a:buNone/>
            </a:pP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    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next_button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 = 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driver.find_element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(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By.XPATH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, "//a[@aria-label='Next']")</a:t>
            </a:r>
          </a:p>
          <a:p>
            <a:pPr marL="139700" indent="0">
              <a:buNone/>
            </a:pP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    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next_url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 = 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next_button.get_attribute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("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href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")</a:t>
            </a:r>
          </a:p>
          <a:p>
            <a:pPr marL="139700" indent="0">
              <a:buNone/>
            </a:pP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    if 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next_url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:</a:t>
            </a:r>
          </a:p>
          <a:p>
            <a:pPr marL="139700" indent="0">
              <a:buNone/>
            </a:pP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        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driver.get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(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next_url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)</a:t>
            </a:r>
          </a:p>
          <a:p>
            <a:pPr marL="139700" indent="0">
              <a:buNone/>
            </a:pP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        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time.sleep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(5)</a:t>
            </a:r>
          </a:p>
          <a:p>
            <a:pPr marL="139700" indent="0">
              <a:buNone/>
            </a:pP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        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current_page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 += 1</a:t>
            </a:r>
          </a:p>
          <a:p>
            <a:pPr marL="139700" indent="0">
              <a:buNone/>
            </a:pP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        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extract_listings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()</a:t>
            </a:r>
          </a:p>
          <a:p>
            <a:pPr marL="139700" indent="0">
              <a:buNone/>
            </a:pP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    else:</a:t>
            </a:r>
          </a:p>
          <a:p>
            <a:pPr marL="139700" indent="0">
              <a:buNone/>
            </a:pP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        break</a:t>
            </a:r>
          </a:p>
          <a:p>
            <a:pPr marL="139700" indent="0">
              <a:buNone/>
            </a:pPr>
            <a:endParaRPr lang="en-US" sz="1050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marL="139700" indent="0">
              <a:buNone/>
            </a:pPr>
            <a:endParaRPr lang="en-US" sz="1050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marL="139700" indent="0">
              <a:buNone/>
            </a:pPr>
            <a:endParaRPr lang="en-US" sz="1050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marL="139700" indent="0">
              <a:buNone/>
            </a:pPr>
            <a:endParaRPr lang="en-US" sz="900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marL="139700" indent="0">
              <a:buNone/>
            </a:pPr>
            <a:endParaRPr lang="en-US" sz="900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marL="139700" indent="0">
              <a:buNone/>
            </a:pPr>
            <a:endParaRPr lang="en-US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pPr marL="13970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A96611B-E192-FED7-5F38-256528F8F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Pagination Logic</a:t>
            </a:r>
          </a:p>
        </p:txBody>
      </p:sp>
    </p:spTree>
    <p:extLst>
      <p:ext uri="{BB962C8B-B14F-4D97-AF65-F5344CB8AC3E}">
        <p14:creationId xmlns:p14="http://schemas.microsoft.com/office/powerpoint/2010/main" val="20321641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BC4AF-8675-480A-DEA3-17E95ECA4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A66A59E3-560A-AA97-01FB-35E6192DA9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Deduplication performed to ensure that no listing is listed twice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Stage 1 ends with a deduped CSV + HTML preview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050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marL="139700" indent="0">
              <a:buNone/>
            </a:pPr>
            <a:endParaRPr lang="en-US" sz="1050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marL="139700" indent="0">
              <a:buNone/>
            </a:pPr>
            <a:endParaRPr lang="en-US" sz="1050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marL="139700" indent="0">
              <a:buNone/>
            </a:pPr>
            <a:endParaRPr lang="en-US" sz="1050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marL="139700" indent="0">
              <a:buNone/>
            </a:pPr>
            <a:endParaRPr lang="en-US" sz="900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marL="139700" indent="0">
              <a:buNone/>
            </a:pPr>
            <a:endParaRPr lang="en-US" sz="900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marL="139700" indent="0">
              <a:buNone/>
            </a:pPr>
            <a:endParaRPr lang="en-US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pPr marL="13970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BB20E6D-9012-E87C-D97C-05D9DB01B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Deduplication and HTML Finalization (Stage 1 Output)</a:t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F94E3B-70C4-AAEA-6BFC-F107D56F68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6682" y="2113102"/>
            <a:ext cx="6130636" cy="2696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1587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738AB-57F6-052C-C43A-0BAB7652B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277E9D44-6918-5AFE-F149-30B6FA25A1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Read deduplicated CSV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Visit each listing URL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Extract coordinates and host metadata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Save images locally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Append Google Maps &amp; Lens links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Output augmented CSV and HTML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050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marL="139700" indent="0">
              <a:buNone/>
            </a:pP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INPUT_CSV = "Airbnb_listings_deduped.csv"</a:t>
            </a:r>
          </a:p>
          <a:p>
            <a:pPr marL="139700" indent="0">
              <a:buNone/>
            </a:pP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WORKING_CSV = "Airbnb_listings_augmented.csv"</a:t>
            </a:r>
          </a:p>
          <a:p>
            <a:pPr marL="139700" indent="0">
              <a:buNone/>
            </a:pP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FINAL_HTML = "Airbnb_listings_final_augmented.html"</a:t>
            </a:r>
          </a:p>
          <a:p>
            <a:pPr marL="139700" indent="0">
              <a:buNone/>
            </a:pP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DOWNLOAD_FOLDER = "images"</a:t>
            </a:r>
          </a:p>
          <a:p>
            <a:pPr marL="139700" indent="0">
              <a:buNone/>
            </a:pP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SAVE_INTERVAL = 10</a:t>
            </a:r>
          </a:p>
          <a:p>
            <a:pPr marL="139700" indent="0">
              <a:buNone/>
            </a:pP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MAX_RETRIES = 3</a:t>
            </a:r>
          </a:p>
          <a:p>
            <a:pPr marL="139700" indent="0">
              <a:buNone/>
            </a:pPr>
            <a:endParaRPr lang="en-US" sz="1050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marL="139700" indent="0">
              <a:buNone/>
            </a:pPr>
            <a:endParaRPr lang="en-US" sz="1050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marL="139700" indent="0">
              <a:buNone/>
            </a:pPr>
            <a:endParaRPr lang="en-US" sz="1050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marL="139700" indent="0">
              <a:buNone/>
            </a:pPr>
            <a:endParaRPr lang="en-US" sz="900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marL="139700" indent="0">
              <a:buNone/>
            </a:pPr>
            <a:endParaRPr lang="en-US" sz="900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marL="139700" indent="0">
              <a:buNone/>
            </a:pPr>
            <a:endParaRPr lang="en-US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pPr marL="13970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C34E341-6CF1-1601-FFCA-F5670179F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Augmentation and HTML Enhancement (Stage 2)</a:t>
            </a:r>
          </a:p>
        </p:txBody>
      </p:sp>
    </p:spTree>
    <p:extLst>
      <p:ext uri="{BB962C8B-B14F-4D97-AF65-F5344CB8AC3E}">
        <p14:creationId xmlns:p14="http://schemas.microsoft.com/office/powerpoint/2010/main" val="2775603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4BA93-C050-2FE1-6B99-DE7E607F8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8ECD1778-AD15-E4F5-B290-E703CA5A17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function responsible for individual listing extraction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open URL → retrieve HTML → regex parse for required attributes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050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marL="139700" indent="0">
              <a:buNone/>
            </a:pP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def 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get_listing_data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(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listing_url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, 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property_id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):</a:t>
            </a:r>
          </a:p>
          <a:p>
            <a:pPr marL="139700" indent="0">
              <a:buNone/>
            </a:pP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    data = {"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lat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": "", "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lng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": "", "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host_duration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": "", "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host_image_path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": ""}</a:t>
            </a:r>
          </a:p>
          <a:p>
            <a:pPr marL="139700" indent="0">
              <a:buNone/>
            </a:pP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    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driver.get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(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listing_url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)</a:t>
            </a:r>
          </a:p>
          <a:p>
            <a:pPr marL="139700" indent="0">
              <a:buNone/>
            </a:pP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    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time.sleep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(3)</a:t>
            </a:r>
          </a:p>
          <a:p>
            <a:pPr marL="139700" indent="0">
              <a:buNone/>
            </a:pP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    html = 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driver.page_source</a:t>
            </a:r>
            <a:endParaRPr lang="en-US" sz="1050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marL="139700" indent="0">
              <a:buNone/>
            </a:pPr>
            <a:endParaRPr lang="en-US" sz="1050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marL="139700" indent="0">
              <a:buNone/>
            </a:pPr>
            <a:endParaRPr lang="en-US" sz="1050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marL="139700" indent="0">
              <a:buNone/>
            </a:pPr>
            <a:endParaRPr lang="en-US" sz="1050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marL="139700" indent="0">
              <a:buNone/>
            </a:pPr>
            <a:endParaRPr lang="en-US" sz="900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marL="139700" indent="0">
              <a:buNone/>
            </a:pPr>
            <a:endParaRPr lang="en-US" sz="900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marL="139700" indent="0">
              <a:buNone/>
            </a:pPr>
            <a:endParaRPr lang="en-US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pPr marL="13970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5D01334-2BF2-D9D6-27B1-634FE6692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Function – </a:t>
            </a:r>
            <a:r>
              <a:rPr lang="en-US" dirty="0" err="1"/>
              <a:t>get_listing_data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3092455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C90EC-5F1C-CAF4-22F4-3805418E7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6953B266-8371-F466-402C-D6D9279121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Airbnb embeds geolocation values inside JSON snippets in the HTML source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Regex captures floating-point numbers following "</a:t>
            </a:r>
            <a:r>
              <a:rPr lang="en-US" dirty="0" err="1"/>
              <a:t>lat</a:t>
            </a:r>
            <a:r>
              <a:rPr lang="en-US" dirty="0"/>
              <a:t>": and "</a:t>
            </a:r>
            <a:r>
              <a:rPr lang="en-US" dirty="0" err="1"/>
              <a:t>lng</a:t>
            </a:r>
            <a:r>
              <a:rPr lang="en-US" dirty="0"/>
              <a:t>":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Regex also captures the hosting duration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050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marL="139700" indent="0">
              <a:buNone/>
            </a:pP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lat_match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 = 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re.search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(r'"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lat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":([\-0-9.]+)', html)</a:t>
            </a:r>
          </a:p>
          <a:p>
            <a:pPr marL="139700" indent="0">
              <a:buNone/>
            </a:pP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lng_match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 = 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re.search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(r'"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lng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":([\-0-9.]+)', html)</a:t>
            </a:r>
          </a:p>
          <a:p>
            <a:pPr marL="139700" indent="0">
              <a:buNone/>
            </a:pP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if 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lat_match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 and 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lng_match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:</a:t>
            </a:r>
          </a:p>
          <a:p>
            <a:pPr marL="139700" indent="0">
              <a:buNone/>
            </a:pP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    data["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lat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"] = 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lat_match.group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(1)</a:t>
            </a:r>
          </a:p>
          <a:p>
            <a:pPr marL="139700" indent="0">
              <a:buNone/>
            </a:pP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    data["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lng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"] = 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lng_match.group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(1)</a:t>
            </a:r>
          </a:p>
          <a:p>
            <a:pPr marL="139700" indent="0">
              <a:buNone/>
            </a:pPr>
            <a:endParaRPr lang="en-US" sz="1050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marL="139700" indent="0">
              <a:buNone/>
            </a:pP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hosting_match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 = 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re.search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(r'([0-9]+)\s+(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year|month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)s?\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s+hosting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', html)</a:t>
            </a:r>
          </a:p>
          <a:p>
            <a:pPr marL="139700" indent="0">
              <a:buNone/>
            </a:pP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if 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hosting_match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:</a:t>
            </a:r>
          </a:p>
          <a:p>
            <a:pPr marL="139700" indent="0">
              <a:buNone/>
            </a:pP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    data["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host_duration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"] = 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hosting_match.group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(0)</a:t>
            </a:r>
          </a:p>
          <a:p>
            <a:pPr marL="139700" indent="0">
              <a:buNone/>
            </a:pPr>
            <a:endParaRPr lang="en-US" sz="1050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marL="139700" indent="0">
              <a:buNone/>
            </a:pPr>
            <a:endParaRPr lang="en-US" sz="1050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marL="139700" indent="0">
              <a:buNone/>
            </a:pPr>
            <a:endParaRPr lang="en-US" sz="1050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marL="139700" indent="0">
              <a:buNone/>
            </a:pPr>
            <a:endParaRPr lang="en-US" sz="1050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marL="139700" indent="0">
              <a:buNone/>
            </a:pPr>
            <a:endParaRPr lang="en-US" sz="1050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marL="139700" indent="0">
              <a:buNone/>
            </a:pPr>
            <a:endParaRPr lang="en-US" sz="1050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marL="139700" indent="0">
              <a:buNone/>
            </a:pPr>
            <a:endParaRPr lang="en-US" sz="900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marL="139700" indent="0">
              <a:buNone/>
            </a:pPr>
            <a:endParaRPr lang="en-US" sz="900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marL="139700" indent="0">
              <a:buNone/>
            </a:pPr>
            <a:endParaRPr lang="en-US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pPr marL="13970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F73B62F-FD6E-1F0E-94AB-16F7FF130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Extracting Latitude and Longitude and host duration</a:t>
            </a:r>
          </a:p>
        </p:txBody>
      </p:sp>
    </p:spTree>
    <p:extLst>
      <p:ext uri="{BB962C8B-B14F-4D97-AF65-F5344CB8AC3E}">
        <p14:creationId xmlns:p14="http://schemas.microsoft.com/office/powerpoint/2010/main" val="23833111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47241-7CB2-7205-CDC8-51B799B95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1E98FF38-7812-343E-CFF2-96F742C9FA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Regex locates user profile image URLs following consistent Airbnb CDN pattern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050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marL="139700" indent="0">
              <a:buNone/>
            </a:pP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host_image_match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 = 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re.search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(</a:t>
            </a:r>
          </a:p>
          <a:p>
            <a:pPr marL="139700" indent="0">
              <a:buNone/>
            </a:pP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    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r'https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://a0\.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muscache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\.com/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im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/pictures/user/[A-Za-z0-9\-/]+?\.(?: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jpe?g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)',</a:t>
            </a:r>
          </a:p>
          <a:p>
            <a:pPr marL="139700" indent="0">
              <a:buNone/>
            </a:pP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    html</a:t>
            </a:r>
          </a:p>
          <a:p>
            <a:pPr marL="139700" indent="0">
              <a:buNone/>
            </a:pP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)</a:t>
            </a:r>
          </a:p>
          <a:p>
            <a:pPr marL="139700" indent="0">
              <a:buNone/>
            </a:pP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if 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host_image_match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:</a:t>
            </a:r>
          </a:p>
          <a:p>
            <a:pPr marL="139700" indent="0">
              <a:buNone/>
            </a:pP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    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host_image_url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 = 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host_image_match.group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(0)</a:t>
            </a:r>
          </a:p>
          <a:p>
            <a:pPr marL="139700" indent="0">
              <a:buNone/>
            </a:pPr>
            <a:endParaRPr lang="en-US" sz="1050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marL="139700" indent="0">
              <a:buNone/>
            </a:pP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os.makedirs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(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download_folder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, 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exist_ok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=True)</a:t>
            </a:r>
          </a:p>
          <a:p>
            <a:pPr marL="139700" indent="0">
              <a:buNone/>
            </a:pP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local_path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 = 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os.path.join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(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download_folder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, 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f"Host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{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property_id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}.jpeg")</a:t>
            </a:r>
          </a:p>
          <a:p>
            <a:pPr marL="139700" indent="0">
              <a:buNone/>
            </a:pP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img_data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 = 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requests.get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(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host_image_url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, verify=False, timeout=10).content</a:t>
            </a:r>
          </a:p>
          <a:p>
            <a:pPr marL="139700" indent="0">
              <a:buNone/>
            </a:pP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with open(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local_path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, "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wb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") as f:</a:t>
            </a:r>
          </a:p>
          <a:p>
            <a:pPr marL="139700" indent="0">
              <a:buNone/>
            </a:pP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    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f.write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(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img_data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)</a:t>
            </a:r>
          </a:p>
          <a:p>
            <a:pPr marL="139700" indent="0">
              <a:buNone/>
            </a:pP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data["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host_image_path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"] = 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local_path</a:t>
            </a:r>
            <a:endParaRPr lang="en-US" sz="1050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marL="139700" indent="0">
              <a:buNone/>
            </a:pPr>
            <a:endParaRPr lang="en-US" sz="1050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marL="139700" indent="0">
              <a:buNone/>
            </a:pPr>
            <a:endParaRPr lang="en-US" sz="1050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marL="139700" indent="0">
              <a:buNone/>
            </a:pPr>
            <a:endParaRPr lang="en-US" sz="1050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marL="139700" indent="0">
              <a:buNone/>
            </a:pPr>
            <a:endParaRPr lang="en-US" sz="1050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marL="139700" indent="0">
              <a:buNone/>
            </a:pPr>
            <a:endParaRPr lang="en-US" sz="1050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marL="139700" indent="0">
              <a:buNone/>
            </a:pPr>
            <a:endParaRPr lang="en-US" sz="1050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marL="139700" indent="0">
              <a:buNone/>
            </a:pPr>
            <a:endParaRPr lang="en-US" sz="1050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marL="139700" indent="0">
              <a:buNone/>
            </a:pPr>
            <a:endParaRPr lang="en-US" sz="900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marL="139700" indent="0">
              <a:buNone/>
            </a:pPr>
            <a:endParaRPr lang="en-US" sz="900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marL="139700" indent="0">
              <a:buNone/>
            </a:pPr>
            <a:endParaRPr lang="en-US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pPr marL="13970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8D6013-60D8-5EB4-BF5C-FB98475F2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Extracting and saving host images</a:t>
            </a:r>
          </a:p>
        </p:txBody>
      </p:sp>
    </p:spTree>
    <p:extLst>
      <p:ext uri="{BB962C8B-B14F-4D97-AF65-F5344CB8AC3E}">
        <p14:creationId xmlns:p14="http://schemas.microsoft.com/office/powerpoint/2010/main" val="31243103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B7A44-09E1-4803-0865-C0C200176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C1AC508B-B9FA-47CA-9DD5-F42B2DDC4A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Creating URLs for a single-click location and reverse image search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Based on latitude and longitude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URL of image used with English as language and region as Indonesia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050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marL="139700" indent="0">
              <a:buNone/>
            </a:pP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if data["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lat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"] and data["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lng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"]:</a:t>
            </a:r>
          </a:p>
          <a:p>
            <a:pPr marL="139700" indent="0">
              <a:buNone/>
            </a:pP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    df.at[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idx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, "Google Maps Link"] = 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f"https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://www.google.com/maps?q={data['lat']},{data['lng']}"</a:t>
            </a:r>
          </a:p>
          <a:p>
            <a:pPr marL="139700" indent="0">
              <a:buNone/>
            </a:pPr>
            <a:endParaRPr lang="en-US" sz="1050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marL="139700" indent="0">
              <a:buNone/>
            </a:pP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if 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image_url.startswith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("http"):</a:t>
            </a:r>
          </a:p>
          <a:p>
            <a:pPr marL="139700" indent="0">
              <a:buNone/>
            </a:pP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    df.at[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idx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, "Lens Link"] = (</a:t>
            </a:r>
          </a:p>
          <a:p>
            <a:pPr marL="139700" indent="0">
              <a:buNone/>
            </a:pP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        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f"https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://lens.google.com/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uploadbyurl?url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={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image_url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}&amp;hl=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en&amp;gl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=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id&amp;q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=</a:t>
            </a:r>
            <a:r>
              <a:rPr lang="en-US" sz="1050" dirty="0" err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what+is+the+address+and+map+location+of+this</a:t>
            </a: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"</a:t>
            </a:r>
          </a:p>
          <a:p>
            <a:pPr marL="139700" indent="0">
              <a:buNone/>
            </a:pPr>
            <a:r>
              <a:rPr lang="en-US" sz="1050" dirty="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    )</a:t>
            </a:r>
          </a:p>
          <a:p>
            <a:pPr marL="139700" indent="0">
              <a:buNone/>
            </a:pPr>
            <a:endParaRPr lang="en-US" sz="1050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marL="139700" indent="0">
              <a:buNone/>
            </a:pPr>
            <a:endParaRPr lang="en-US" sz="1050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marL="139700" indent="0">
              <a:buNone/>
            </a:pPr>
            <a:endParaRPr lang="en-US" sz="1050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marL="139700" indent="0">
              <a:buNone/>
            </a:pPr>
            <a:endParaRPr lang="en-US" sz="1050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marL="139700" indent="0">
              <a:buNone/>
            </a:pPr>
            <a:endParaRPr lang="en-US" sz="1050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marL="139700" indent="0">
              <a:buNone/>
            </a:pPr>
            <a:endParaRPr lang="en-US" sz="1050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marL="139700" indent="0">
              <a:buNone/>
            </a:pPr>
            <a:endParaRPr lang="en-US" sz="1050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marL="139700" indent="0">
              <a:buNone/>
            </a:pPr>
            <a:endParaRPr lang="en-US" sz="1050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marL="139700" indent="0">
              <a:buNone/>
            </a:pPr>
            <a:endParaRPr lang="en-US" sz="900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marL="139700" indent="0">
              <a:buNone/>
            </a:pPr>
            <a:endParaRPr lang="en-US" sz="900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 marL="139700" indent="0">
              <a:buNone/>
            </a:pPr>
            <a:endParaRPr lang="en-US" dirty="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pPr marL="13970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446460E-0BB3-F4D8-0471-5E4A92E6E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Google Lens and Google Map Links</a:t>
            </a:r>
          </a:p>
        </p:txBody>
      </p:sp>
    </p:spTree>
    <p:extLst>
      <p:ext uri="{BB962C8B-B14F-4D97-AF65-F5344CB8AC3E}">
        <p14:creationId xmlns:p14="http://schemas.microsoft.com/office/powerpoint/2010/main" val="703066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E4B916DE-69E4-092C-F23B-C91D0D916E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Function – </a:t>
            </a:r>
            <a:r>
              <a:rPr lang="en-US" dirty="0" err="1"/>
              <a:t>generate_html_from_csv</a:t>
            </a:r>
            <a:r>
              <a:rPr lang="en-US" dirty="0"/>
              <a:t>()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HTML Header Template creation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Iterating over rows of the CSV with handling of missing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Embedding of Images and links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Final HTML Assembly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DABC2FA-2B38-CB9F-8060-951EA631C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and Updating an HTML Report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671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E3A5D52-3613-7B56-993C-D79D894C4E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 by field officers or DG Tax Staff for determination of properties in a geographical area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Price for 5 nights available for EVERY property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Listing duration available for many properties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Address and precise location can be obtained using the Lens link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Location needs to be matched and correlated with the Airbnb latitude and longitude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Next Step by DG Tax/Local Government – Development of an estimation model for Revenue of the listings depending on the price fluctuations and occupancy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F6597BE-319E-C5F2-7DAA-91EFD9531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the HTML Report</a:t>
            </a:r>
          </a:p>
        </p:txBody>
      </p:sp>
    </p:spTree>
    <p:extLst>
      <p:ext uri="{BB962C8B-B14F-4D97-AF65-F5344CB8AC3E}">
        <p14:creationId xmlns:p14="http://schemas.microsoft.com/office/powerpoint/2010/main" val="10940099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0827A84-9210-67B7-289B-E4118D8DA3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Thank You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4C6E971-8BB4-0E1D-818B-4845590BD1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097851"/>
      </p:ext>
    </p:extLst>
  </p:cSld>
  <p:clrMapOvr>
    <a:masterClrMapping/>
  </p:clrMapOvr>
</p:sld>
</file>

<file path=ppt/theme/theme1.xml><?xml version="1.0" encoding="utf-8"?>
<a:theme xmlns:a="http://schemas.openxmlformats.org/drawingml/2006/main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</TotalTime>
  <Words>2684</Words>
  <Application>Microsoft Office PowerPoint</Application>
  <PresentationFormat>On-screen Show (16:9)</PresentationFormat>
  <Paragraphs>386</Paragraphs>
  <Slides>30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8" baseType="lpstr">
      <vt:lpstr>Roboto Condensed Light</vt:lpstr>
      <vt:lpstr>Poppins</vt:lpstr>
      <vt:lpstr>IBM Plex Mono</vt:lpstr>
      <vt:lpstr>Calibri</vt:lpstr>
      <vt:lpstr>Arial</vt:lpstr>
      <vt:lpstr>Open Sans</vt:lpstr>
      <vt:lpstr>IBM Plex Mono Medium</vt:lpstr>
      <vt:lpstr>Introduction to Coding Workshop by Slidesgo</vt:lpstr>
      <vt:lpstr>Airbnb Data Extraction and Automation Workshop</vt:lpstr>
      <vt:lpstr>Agenda</vt:lpstr>
      <vt:lpstr>WARNING!</vt:lpstr>
      <vt:lpstr>GitHub link</vt:lpstr>
      <vt:lpstr>Tools and Environment</vt:lpstr>
      <vt:lpstr>Tools and Environment</vt:lpstr>
      <vt:lpstr>Two Stage Approach</vt:lpstr>
      <vt:lpstr>Airbnb URL structure</vt:lpstr>
      <vt:lpstr>Airbnb URL structure</vt:lpstr>
      <vt:lpstr>Understanding Airbnb’s Dynamic Structure</vt:lpstr>
      <vt:lpstr>URL Generation Logic</vt:lpstr>
      <vt:lpstr>Recursive Grid Function</vt:lpstr>
      <vt:lpstr>Looping Through Grid</vt:lpstr>
      <vt:lpstr>Handling Large Areas and Performance</vt:lpstr>
      <vt:lpstr>Dynamic Scraping with Selenium, XPath, and Pagination</vt:lpstr>
      <vt:lpstr>Waiting for JavaScript-Rendered Content</vt:lpstr>
      <vt:lpstr>Locating Listing Cards with XPath</vt:lpstr>
      <vt:lpstr>Extracting Data Elements</vt:lpstr>
      <vt:lpstr>Extracting Rating and Reviews</vt:lpstr>
      <vt:lpstr>Image Download Function</vt:lpstr>
      <vt:lpstr>Pagination Logic</vt:lpstr>
      <vt:lpstr>Deduplication and HTML Finalization (Stage 1 Output) </vt:lpstr>
      <vt:lpstr>Data Augmentation and HTML Enhancement (Stage 2)</vt:lpstr>
      <vt:lpstr>Core Function – get_listing_data()</vt:lpstr>
      <vt:lpstr>Extracting Latitude and Longitude and host duration</vt:lpstr>
      <vt:lpstr>Extracting and saving host images</vt:lpstr>
      <vt:lpstr>Adding Google Lens and Google Map Links</vt:lpstr>
      <vt:lpstr>Creating and Updating an HTML Report </vt:lpstr>
      <vt:lpstr>Using the HTML Report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Arindam Misra</dc:creator>
  <cp:lastModifiedBy>Arindam Misra</cp:lastModifiedBy>
  <cp:revision>32</cp:revision>
  <dcterms:modified xsi:type="dcterms:W3CDTF">2025-11-04T01:41:11Z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1bf45b6-5649-4236-82a3-f45024cd282e_Enabled">
    <vt:lpwstr>true</vt:lpwstr>
  </property>
  <property fmtid="{D5CDD505-2E9C-101B-9397-08002B2CF9AE}" pid="3" name="MSIP_Label_f1bf45b6-5649-4236-82a3-f45024cd282e_SetDate">
    <vt:lpwstr>2025-11-03T06:36:31Z</vt:lpwstr>
  </property>
  <property fmtid="{D5CDD505-2E9C-101B-9397-08002B2CF9AE}" pid="4" name="MSIP_Label_f1bf45b6-5649-4236-82a3-f45024cd282e_Method">
    <vt:lpwstr>Standard</vt:lpwstr>
  </property>
  <property fmtid="{D5CDD505-2E9C-101B-9397-08002B2CF9AE}" pid="5" name="MSIP_Label_f1bf45b6-5649-4236-82a3-f45024cd282e_Name">
    <vt:lpwstr>Official Use Only</vt:lpwstr>
  </property>
  <property fmtid="{D5CDD505-2E9C-101B-9397-08002B2CF9AE}" pid="6" name="MSIP_Label_f1bf45b6-5649-4236-82a3-f45024cd282e_SiteId">
    <vt:lpwstr>31a2fec0-266b-4c67-b56e-2796d8f59c36</vt:lpwstr>
  </property>
  <property fmtid="{D5CDD505-2E9C-101B-9397-08002B2CF9AE}" pid="7" name="MSIP_Label_f1bf45b6-5649-4236-82a3-f45024cd282e_ActionId">
    <vt:lpwstr>2c190e82-00c1-44d0-a8bd-278f41dbf863</vt:lpwstr>
  </property>
  <property fmtid="{D5CDD505-2E9C-101B-9397-08002B2CF9AE}" pid="8" name="MSIP_Label_f1bf45b6-5649-4236-82a3-f45024cd282e_ContentBits">
    <vt:lpwstr>2</vt:lpwstr>
  </property>
  <property fmtid="{D5CDD505-2E9C-101B-9397-08002B2CF9AE}" pid="9" name="MSIP_Label_f1bf45b6-5649-4236-82a3-f45024cd282e_Tag">
    <vt:lpwstr>10, 3, 0, 1</vt:lpwstr>
  </property>
  <property fmtid="{D5CDD505-2E9C-101B-9397-08002B2CF9AE}" pid="10" name="ClassificationContentMarkingFooterLocations">
    <vt:lpwstr>Introduction to Coding Workshop by Slidesgo:3\Slidesgo Final Pages:3</vt:lpwstr>
  </property>
  <property fmtid="{D5CDD505-2E9C-101B-9397-08002B2CF9AE}" pid="11" name="ClassificationContentMarkingFooterText">
    <vt:lpwstr>Official Use Only</vt:lpwstr>
  </property>
</Properties>
</file>